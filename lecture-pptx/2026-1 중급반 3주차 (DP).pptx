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0"/>
  </p:notesMasterIdLst>
  <p:sldIdLst>
    <p:sldId id="258" r:id="rId2"/>
    <p:sldId id="378" r:id="rId3"/>
    <p:sldId id="375" r:id="rId4"/>
    <p:sldId id="376" r:id="rId5"/>
    <p:sldId id="377" r:id="rId6"/>
    <p:sldId id="370" r:id="rId7"/>
    <p:sldId id="372" r:id="rId8"/>
    <p:sldId id="380" r:id="rId9"/>
    <p:sldId id="381" r:id="rId10"/>
    <p:sldId id="382" r:id="rId11"/>
    <p:sldId id="383" r:id="rId12"/>
    <p:sldId id="384" r:id="rId13"/>
    <p:sldId id="386" r:id="rId14"/>
    <p:sldId id="387" r:id="rId15"/>
    <p:sldId id="388" r:id="rId16"/>
    <p:sldId id="379" r:id="rId17"/>
    <p:sldId id="373" r:id="rId18"/>
    <p:sldId id="374" r:id="rId19"/>
    <p:sldId id="389" r:id="rId20"/>
    <p:sldId id="390" r:id="rId21"/>
    <p:sldId id="369" r:id="rId22"/>
    <p:sldId id="391" r:id="rId23"/>
    <p:sldId id="392" r:id="rId24"/>
    <p:sldId id="393" r:id="rId25"/>
    <p:sldId id="314" r:id="rId26"/>
    <p:sldId id="329" r:id="rId27"/>
    <p:sldId id="394" r:id="rId28"/>
    <p:sldId id="267" r:id="rId29"/>
  </p:sldIdLst>
  <p:sldSz cx="12192000" cy="6858000"/>
  <p:notesSz cx="6858000" cy="9144000"/>
  <p:embeddedFontLst>
    <p:embeddedFont>
      <p:font typeface="Cambria Math" panose="02040503050406030204" pitchFamily="18" charset="0"/>
      <p:regular r:id="rId31"/>
    </p:embeddedFont>
    <p:embeddedFont>
      <p:font typeface="Consolas" panose="020B0609020204030204" pitchFamily="49" charset="0"/>
      <p:regular r:id="rId32"/>
      <p:bold r:id="rId33"/>
      <p:italic r:id="rId34"/>
      <p:boldItalic r:id="rId35"/>
    </p:embeddedFont>
    <p:embeddedFont>
      <p:font typeface="마루 부리OTF 가는" panose="020B0600000101010101" pitchFamily="34" charset="-127"/>
      <p:regular r:id="rId36"/>
    </p:embeddedFont>
    <p:embeddedFont>
      <p:font typeface="마루 부리OTF 굵은" panose="020B0600000101010101" pitchFamily="34" charset="-127"/>
      <p:bold r:id="rId37"/>
    </p:embeddedFont>
    <p:embeddedFont>
      <p:font typeface="마루 부리OTF 아주가는" panose="020B0600000101010101" pitchFamily="34" charset="-127"/>
      <p:regular r:id="rId38"/>
    </p:embeddedFont>
    <p:embeddedFont>
      <p:font typeface="마루 부리OTF 중간" panose="020B0600000101010101" pitchFamily="34" charset="-127"/>
      <p:regular r:id="rId39"/>
    </p:embeddedFont>
    <p:embeddedFont>
      <p:font typeface="맑은 고딕" panose="020B0503020000020004" pitchFamily="34" charset="-127"/>
      <p:regular r:id="rId40"/>
      <p:bold r:id="rId4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4F9"/>
    <a:srgbClr val="5F2CC6"/>
    <a:srgbClr val="FFFFFF"/>
    <a:srgbClr val="A281E3"/>
    <a:srgbClr val="411E86"/>
    <a:srgbClr val="F1D9F7"/>
    <a:srgbClr val="D8D8F0"/>
    <a:srgbClr val="E6EAF5"/>
    <a:srgbClr val="DFF0F0"/>
    <a:srgbClr val="682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DCABC0-771B-4B0D-A715-C9BBEEA44E15}" v="23" dt="2025-03-10T06:31:59.1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26" autoAdjust="0"/>
  </p:normalViewPr>
  <p:slideViewPr>
    <p:cSldViewPr snapToGrid="0">
      <p:cViewPr>
        <p:scale>
          <a:sx n="75" d="100"/>
          <a:sy n="75" d="100"/>
        </p:scale>
        <p:origin x="97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28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font" Target="fonts/font1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gjun Jung" userId="aacad43199554a35" providerId="LiveId" clId="{EFDCABC0-771B-4B0D-A715-C9BBEEA44E15}"/>
    <pc:docChg chg="undo custSel addSld modSld sldOrd modMainMaster">
      <pc:chgData name="Sungjun Jung" userId="aacad43199554a35" providerId="LiveId" clId="{EFDCABC0-771B-4B0D-A715-C9BBEEA44E15}" dt="2025-03-22T11:23:12.765" v="1553" actId="20577"/>
      <pc:docMkLst>
        <pc:docMk/>
      </pc:docMkLst>
      <pc:sldChg chg="modSp mod">
        <pc:chgData name="Sungjun Jung" userId="aacad43199554a35" providerId="LiveId" clId="{EFDCABC0-771B-4B0D-A715-C9BBEEA44E15}" dt="2025-03-10T05:35:14.084" v="31" actId="20577"/>
        <pc:sldMkLst>
          <pc:docMk/>
          <pc:sldMk cId="183260549" sldId="258"/>
        </pc:sldMkLst>
        <pc:spChg chg="mod">
          <ac:chgData name="Sungjun Jung" userId="aacad43199554a35" providerId="LiveId" clId="{EFDCABC0-771B-4B0D-A715-C9BBEEA44E15}" dt="2025-03-10T05:35:14.084" v="31" actId="20577"/>
          <ac:spMkLst>
            <pc:docMk/>
            <pc:sldMk cId="183260549" sldId="258"/>
            <ac:spMk id="2" creationId="{D30E43B8-2951-E15D-BD76-7F35D61508BD}"/>
          </ac:spMkLst>
        </pc:spChg>
        <pc:spChg chg="mod">
          <ac:chgData name="Sungjun Jung" userId="aacad43199554a35" providerId="LiveId" clId="{EFDCABC0-771B-4B0D-A715-C9BBEEA44E15}" dt="2025-03-10T05:26:09.488" v="19" actId="20577"/>
          <ac:spMkLst>
            <pc:docMk/>
            <pc:sldMk cId="183260549" sldId="258"/>
            <ac:spMk id="5" creationId="{94001C9F-D26D-C499-FAE9-918B1981B58A}"/>
          </ac:spMkLst>
        </pc:spChg>
        <pc:spChg chg="mod">
          <ac:chgData name="Sungjun Jung" userId="aacad43199554a35" providerId="LiveId" clId="{EFDCABC0-771B-4B0D-A715-C9BBEEA44E15}" dt="2025-03-10T05:35:06.525" v="23" actId="20577"/>
          <ac:spMkLst>
            <pc:docMk/>
            <pc:sldMk cId="183260549" sldId="258"/>
            <ac:spMk id="48" creationId="{1776CB56-E99B-DBFF-D8EA-E49C7345FACA}"/>
          </ac:spMkLst>
        </pc:spChg>
      </pc:sldChg>
      <pc:sldChg chg="modSp mod">
        <pc:chgData name="Sungjun Jung" userId="aacad43199554a35" providerId="LiveId" clId="{EFDCABC0-771B-4B0D-A715-C9BBEEA44E15}" dt="2025-03-11T07:31:13.811" v="1551" actId="20577"/>
        <pc:sldMkLst>
          <pc:docMk/>
          <pc:sldMk cId="2258968274" sldId="267"/>
        </pc:sldMkLst>
        <pc:spChg chg="mod">
          <ac:chgData name="Sungjun Jung" userId="aacad43199554a35" providerId="LiveId" clId="{EFDCABC0-771B-4B0D-A715-C9BBEEA44E15}" dt="2025-03-10T05:38:43.251" v="97" actId="20577"/>
          <ac:spMkLst>
            <pc:docMk/>
            <pc:sldMk cId="2258968274" sldId="267"/>
            <ac:spMk id="2" creationId="{D30E43B8-2951-E15D-BD76-7F35D61508BD}"/>
          </ac:spMkLst>
        </pc:spChg>
        <pc:spChg chg="mod">
          <ac:chgData name="Sungjun Jung" userId="aacad43199554a35" providerId="LiveId" clId="{EFDCABC0-771B-4B0D-A715-C9BBEEA44E15}" dt="2025-03-11T07:31:13.811" v="1551" actId="20577"/>
          <ac:spMkLst>
            <pc:docMk/>
            <pc:sldMk cId="2258968274" sldId="267"/>
            <ac:spMk id="18" creationId="{EB4CC88C-A23F-C22E-F092-68A9A8DEA023}"/>
          </ac:spMkLst>
        </pc:spChg>
      </pc:sldChg>
      <pc:sldChg chg="modSp mod">
        <pc:chgData name="Sungjun Jung" userId="aacad43199554a35" providerId="LiveId" clId="{EFDCABC0-771B-4B0D-A715-C9BBEEA44E15}" dt="2025-03-10T05:38:35.426" v="93" actId="20577"/>
        <pc:sldMkLst>
          <pc:docMk/>
          <pc:sldMk cId="2056207389" sldId="314"/>
        </pc:sldMkLst>
        <pc:spChg chg="mod">
          <ac:chgData name="Sungjun Jung" userId="aacad43199554a35" providerId="LiveId" clId="{EFDCABC0-771B-4B0D-A715-C9BBEEA44E15}" dt="2025-03-10T05:38:35.426" v="93" actId="20577"/>
          <ac:spMkLst>
            <pc:docMk/>
            <pc:sldMk cId="2056207389" sldId="314"/>
            <ac:spMk id="2" creationId="{20B7CC59-84C9-2748-2E2B-35FB175E622F}"/>
          </ac:spMkLst>
        </pc:spChg>
      </pc:sldChg>
      <pc:sldChg chg="addSp delSp modSp mod">
        <pc:chgData name="Sungjun Jung" userId="aacad43199554a35" providerId="LiveId" clId="{EFDCABC0-771B-4B0D-A715-C9BBEEA44E15}" dt="2025-03-10T06:27:55.716" v="1202" actId="14100"/>
        <pc:sldMkLst>
          <pc:docMk/>
          <pc:sldMk cId="3801118230" sldId="329"/>
        </pc:sldMkLst>
        <pc:spChg chg="mod">
          <ac:chgData name="Sungjun Jung" userId="aacad43199554a35" providerId="LiveId" clId="{EFDCABC0-771B-4B0D-A715-C9BBEEA44E15}" dt="2025-03-10T05:38:39.723" v="95" actId="20577"/>
          <ac:spMkLst>
            <pc:docMk/>
            <pc:sldMk cId="3801118230" sldId="329"/>
            <ac:spMk id="2" creationId="{20B7CC59-84C9-2748-2E2B-35FB175E622F}"/>
          </ac:spMkLst>
        </pc:spChg>
        <pc:spChg chg="mod">
          <ac:chgData name="Sungjun Jung" userId="aacad43199554a35" providerId="LiveId" clId="{EFDCABC0-771B-4B0D-A715-C9BBEEA44E15}" dt="2025-03-10T06:27:55.716" v="1202" actId="14100"/>
          <ac:spMkLst>
            <pc:docMk/>
            <pc:sldMk cId="3801118230" sldId="329"/>
            <ac:spMk id="19" creationId="{9CD8A6CE-0078-8336-C851-B757F6770AA9}"/>
          </ac:spMkLst>
        </pc:spChg>
        <pc:spChg chg="mod">
          <ac:chgData name="Sungjun Jung" userId="aacad43199554a35" providerId="LiveId" clId="{EFDCABC0-771B-4B0D-A715-C9BBEEA44E15}" dt="2025-03-10T06:21:57.404" v="999" actId="20577"/>
          <ac:spMkLst>
            <pc:docMk/>
            <pc:sldMk cId="3801118230" sldId="329"/>
            <ac:spMk id="21" creationId="{399AB45A-156E-7B82-7FE1-340363227862}"/>
          </ac:spMkLst>
        </pc:spChg>
        <pc:spChg chg="mod">
          <ac:chgData name="Sungjun Jung" userId="aacad43199554a35" providerId="LiveId" clId="{EFDCABC0-771B-4B0D-A715-C9BBEEA44E15}" dt="2025-03-10T06:15:04.844" v="720" actId="20577"/>
          <ac:spMkLst>
            <pc:docMk/>
            <pc:sldMk cId="3801118230" sldId="329"/>
            <ac:spMk id="24" creationId="{F0C01080-1886-735C-34DC-578B7A027D39}"/>
          </ac:spMkLst>
        </pc:spChg>
        <pc:spChg chg="mod">
          <ac:chgData name="Sungjun Jung" userId="aacad43199554a35" providerId="LiveId" clId="{EFDCABC0-771B-4B0D-A715-C9BBEEA44E15}" dt="2025-03-10T06:14:16.760" v="661" actId="20577"/>
          <ac:spMkLst>
            <pc:docMk/>
            <pc:sldMk cId="3801118230" sldId="329"/>
            <ac:spMk id="26" creationId="{FEDD8A97-1FE8-EF61-A86B-D59ED136E38C}"/>
          </ac:spMkLst>
        </pc:spChg>
        <pc:spChg chg="mod">
          <ac:chgData name="Sungjun Jung" userId="aacad43199554a35" providerId="LiveId" clId="{EFDCABC0-771B-4B0D-A715-C9BBEEA44E15}" dt="2025-03-10T06:18:25.064" v="759" actId="14100"/>
          <ac:spMkLst>
            <pc:docMk/>
            <pc:sldMk cId="3801118230" sldId="329"/>
            <ac:spMk id="34" creationId="{1D049DAC-171F-DF7F-16E3-CEB3DD2D9F30}"/>
          </ac:spMkLst>
        </pc:spChg>
        <pc:spChg chg="mod">
          <ac:chgData name="Sungjun Jung" userId="aacad43199554a35" providerId="LiveId" clId="{EFDCABC0-771B-4B0D-A715-C9BBEEA44E15}" dt="2025-03-10T06:23:34.425" v="1179" actId="14100"/>
          <ac:spMkLst>
            <pc:docMk/>
            <pc:sldMk cId="3801118230" sldId="329"/>
            <ac:spMk id="39" creationId="{CFA00ABC-B308-06F6-0E8D-3E746EE91FC0}"/>
          </ac:spMkLst>
        </pc:spChg>
        <pc:spChg chg="mod">
          <ac:chgData name="Sungjun Jung" userId="aacad43199554a35" providerId="LiveId" clId="{EFDCABC0-771B-4B0D-A715-C9BBEEA44E15}" dt="2025-03-10T06:27:55.506" v="1201" actId="20577"/>
          <ac:spMkLst>
            <pc:docMk/>
            <pc:sldMk cId="3801118230" sldId="329"/>
            <ac:spMk id="41" creationId="{CD5A4A9D-B1E8-A22F-D4E2-DFF3B769ED6A}"/>
          </ac:spMkLst>
        </pc:spChg>
        <pc:spChg chg="mod">
          <ac:chgData name="Sungjun Jung" userId="aacad43199554a35" providerId="LiveId" clId="{EFDCABC0-771B-4B0D-A715-C9BBEEA44E15}" dt="2025-03-10T06:20:39.928" v="992" actId="20577"/>
          <ac:spMkLst>
            <pc:docMk/>
            <pc:sldMk cId="3801118230" sldId="329"/>
            <ac:spMk id="44" creationId="{F7D2F606-E64E-A8FD-9D7B-F3CC3A9B1C30}"/>
          </ac:spMkLst>
        </pc:spChg>
        <pc:spChg chg="mod">
          <ac:chgData name="Sungjun Jung" userId="aacad43199554a35" providerId="LiveId" clId="{EFDCABC0-771B-4B0D-A715-C9BBEEA44E15}" dt="2025-03-10T06:22:13.073" v="1018" actId="20577"/>
          <ac:spMkLst>
            <pc:docMk/>
            <pc:sldMk cId="3801118230" sldId="329"/>
            <ac:spMk id="46" creationId="{A639A831-98D6-558B-FF46-FE68A28233C3}"/>
          </ac:spMkLst>
        </pc:spChg>
        <pc:grpChg chg="add mod">
          <ac:chgData name="Sungjun Jung" userId="aacad43199554a35" providerId="LiveId" clId="{EFDCABC0-771B-4B0D-A715-C9BBEEA44E15}" dt="2025-03-10T06:21:30.071" v="997" actId="1076"/>
          <ac:grpSpMkLst>
            <pc:docMk/>
            <pc:sldMk cId="3801118230" sldId="329"/>
            <ac:grpSpMk id="17" creationId="{34F80A94-A02C-6217-2759-CDDAB4F3BE60}"/>
          </ac:grpSpMkLst>
        </pc:grpChg>
        <pc:grpChg chg="mod">
          <ac:chgData name="Sungjun Jung" userId="aacad43199554a35" providerId="LiveId" clId="{EFDCABC0-771B-4B0D-A715-C9BBEEA44E15}" dt="2025-03-10T06:21:05.485" v="994"/>
          <ac:grpSpMkLst>
            <pc:docMk/>
            <pc:sldMk cId="3801118230" sldId="329"/>
            <ac:grpSpMk id="18" creationId="{47425E1F-916F-C6EF-19D7-A248A9775089}"/>
          </ac:grpSpMkLst>
        </pc:grpChg>
        <pc:grpChg chg="mod">
          <ac:chgData name="Sungjun Jung" userId="aacad43199554a35" providerId="LiveId" clId="{EFDCABC0-771B-4B0D-A715-C9BBEEA44E15}" dt="2025-03-10T06:12:33.338" v="617" actId="1076"/>
          <ac:grpSpMkLst>
            <pc:docMk/>
            <pc:sldMk cId="3801118230" sldId="329"/>
            <ac:grpSpMk id="27" creationId="{D706DAA1-F5E7-B052-C851-2337FBCB1692}"/>
          </ac:grpSpMkLst>
        </pc:grpChg>
        <pc:grpChg chg="mod">
          <ac:chgData name="Sungjun Jung" userId="aacad43199554a35" providerId="LiveId" clId="{EFDCABC0-771B-4B0D-A715-C9BBEEA44E15}" dt="2025-03-10T06:18:39.759" v="761" actId="1076"/>
          <ac:grpSpMkLst>
            <pc:docMk/>
            <pc:sldMk cId="3801118230" sldId="329"/>
            <ac:grpSpMk id="32" creationId="{2BD7E3DE-A12A-3CE7-9BAC-EE129C9693E8}"/>
          </ac:grpSpMkLst>
        </pc:grpChg>
        <pc:grpChg chg="mod">
          <ac:chgData name="Sungjun Jung" userId="aacad43199554a35" providerId="LiveId" clId="{EFDCABC0-771B-4B0D-A715-C9BBEEA44E15}" dt="2025-03-10T06:21:43.305" v="998" actId="1076"/>
          <ac:grpSpMkLst>
            <pc:docMk/>
            <pc:sldMk cId="3801118230" sldId="329"/>
            <ac:grpSpMk id="37" creationId="{FA2A7DD7-796A-2D18-99A0-A45E794245CC}"/>
          </ac:grpSpMkLst>
        </pc:grpChg>
        <pc:grpChg chg="mod">
          <ac:chgData name="Sungjun Jung" userId="aacad43199554a35" providerId="LiveId" clId="{EFDCABC0-771B-4B0D-A715-C9BBEEA44E15}" dt="2025-03-10T06:18:49.751" v="762" actId="1076"/>
          <ac:grpSpMkLst>
            <pc:docMk/>
            <pc:sldMk cId="3801118230" sldId="329"/>
            <ac:grpSpMk id="42" creationId="{32E819C1-4EFF-2F70-0734-5E3D7916B1C9}"/>
          </ac:grpSpMkLst>
        </pc:grpChg>
        <pc:picChg chg="mod">
          <ac:chgData name="Sungjun Jung" userId="aacad43199554a35" providerId="LiveId" clId="{EFDCABC0-771B-4B0D-A715-C9BBEEA44E15}" dt="2025-03-10T06:21:05.485" v="994"/>
          <ac:picMkLst>
            <pc:docMk/>
            <pc:sldMk cId="3801118230" sldId="329"/>
            <ac:picMk id="20" creationId="{2211297C-C82A-E7D1-A2A6-E81363D8BD02}"/>
          </ac:picMkLst>
        </pc:picChg>
      </pc:sldChg>
      <pc:sldChg chg="modSp mod">
        <pc:chgData name="Sungjun Jung" userId="aacad43199554a35" providerId="LiveId" clId="{EFDCABC0-771B-4B0D-A715-C9BBEEA44E15}" dt="2025-03-10T05:38:18.735" v="85" actId="20577"/>
        <pc:sldMkLst>
          <pc:docMk/>
          <pc:sldMk cId="1243219070" sldId="369"/>
        </pc:sldMkLst>
        <pc:spChg chg="mod">
          <ac:chgData name="Sungjun Jung" userId="aacad43199554a35" providerId="LiveId" clId="{EFDCABC0-771B-4B0D-A715-C9BBEEA44E15}" dt="2025-03-10T05:38:18.735" v="85" actId="20577"/>
          <ac:spMkLst>
            <pc:docMk/>
            <pc:sldMk cId="1243219070" sldId="369"/>
            <ac:spMk id="2" creationId="{20B7CC59-84C9-2748-2E2B-35FB175E622F}"/>
          </ac:spMkLst>
        </pc:spChg>
      </pc:sldChg>
      <pc:sldChg chg="modSp mod">
        <pc:chgData name="Sungjun Jung" userId="aacad43199554a35" providerId="LiveId" clId="{EFDCABC0-771B-4B0D-A715-C9BBEEA44E15}" dt="2025-03-10T06:01:10.682" v="419" actId="1076"/>
        <pc:sldMkLst>
          <pc:docMk/>
          <pc:sldMk cId="3800288523" sldId="370"/>
        </pc:sldMkLst>
        <pc:spChg chg="mod">
          <ac:chgData name="Sungjun Jung" userId="aacad43199554a35" providerId="LiveId" clId="{EFDCABC0-771B-4B0D-A715-C9BBEEA44E15}" dt="2025-03-10T05:37:09.747" v="51" actId="20577"/>
          <ac:spMkLst>
            <pc:docMk/>
            <pc:sldMk cId="3800288523" sldId="370"/>
            <ac:spMk id="2" creationId="{5636C572-C611-813C-27C3-987B8A33D1DF}"/>
          </ac:spMkLst>
        </pc:spChg>
        <pc:grpChg chg="mod">
          <ac:chgData name="Sungjun Jung" userId="aacad43199554a35" providerId="LiveId" clId="{EFDCABC0-771B-4B0D-A715-C9BBEEA44E15}" dt="2025-03-10T06:01:10.682" v="419" actId="1076"/>
          <ac:grpSpMkLst>
            <pc:docMk/>
            <pc:sldMk cId="3800288523" sldId="370"/>
            <ac:grpSpMk id="5" creationId="{A74B2152-0348-8CB4-75C6-EED8468740BA}"/>
          </ac:grpSpMkLst>
        </pc:grpChg>
      </pc:sldChg>
      <pc:sldChg chg="modSp mod">
        <pc:chgData name="Sungjun Jung" userId="aacad43199554a35" providerId="LiveId" clId="{EFDCABC0-771B-4B0D-A715-C9BBEEA44E15}" dt="2025-03-10T05:37:13.400" v="53" actId="20577"/>
        <pc:sldMkLst>
          <pc:docMk/>
          <pc:sldMk cId="308925036" sldId="372"/>
        </pc:sldMkLst>
        <pc:spChg chg="mod">
          <ac:chgData name="Sungjun Jung" userId="aacad43199554a35" providerId="LiveId" clId="{EFDCABC0-771B-4B0D-A715-C9BBEEA44E15}" dt="2025-03-10T05:37:13.400" v="53" actId="20577"/>
          <ac:spMkLst>
            <pc:docMk/>
            <pc:sldMk cId="308925036" sldId="372"/>
            <ac:spMk id="2" creationId="{5636C572-C611-813C-27C3-987B8A33D1DF}"/>
          </ac:spMkLst>
        </pc:spChg>
      </pc:sldChg>
      <pc:sldChg chg="modSp mod">
        <pc:chgData name="Sungjun Jung" userId="aacad43199554a35" providerId="LiveId" clId="{EFDCABC0-771B-4B0D-A715-C9BBEEA44E15}" dt="2025-03-10T05:37:59.869" v="75" actId="20577"/>
        <pc:sldMkLst>
          <pc:docMk/>
          <pc:sldMk cId="1394922167" sldId="373"/>
        </pc:sldMkLst>
        <pc:spChg chg="mod">
          <ac:chgData name="Sungjun Jung" userId="aacad43199554a35" providerId="LiveId" clId="{EFDCABC0-771B-4B0D-A715-C9BBEEA44E15}" dt="2025-03-10T05:37:59.869" v="75" actId="20577"/>
          <ac:spMkLst>
            <pc:docMk/>
            <pc:sldMk cId="1394922167" sldId="373"/>
            <ac:spMk id="2" creationId="{5636C572-C611-813C-27C3-987B8A33D1DF}"/>
          </ac:spMkLst>
        </pc:spChg>
      </pc:sldChg>
      <pc:sldChg chg="modSp mod">
        <pc:chgData name="Sungjun Jung" userId="aacad43199554a35" providerId="LiveId" clId="{EFDCABC0-771B-4B0D-A715-C9BBEEA44E15}" dt="2025-03-10T05:38:02.821" v="77" actId="20577"/>
        <pc:sldMkLst>
          <pc:docMk/>
          <pc:sldMk cId="4187343008" sldId="374"/>
        </pc:sldMkLst>
        <pc:spChg chg="mod">
          <ac:chgData name="Sungjun Jung" userId="aacad43199554a35" providerId="LiveId" clId="{EFDCABC0-771B-4B0D-A715-C9BBEEA44E15}" dt="2025-03-10T05:38:02.821" v="77" actId="20577"/>
          <ac:spMkLst>
            <pc:docMk/>
            <pc:sldMk cId="4187343008" sldId="374"/>
            <ac:spMk id="2" creationId="{5636C572-C611-813C-27C3-987B8A33D1DF}"/>
          </ac:spMkLst>
        </pc:spChg>
      </pc:sldChg>
      <pc:sldChg chg="modSp mod">
        <pc:chgData name="Sungjun Jung" userId="aacad43199554a35" providerId="LiveId" clId="{EFDCABC0-771B-4B0D-A715-C9BBEEA44E15}" dt="2025-03-10T05:56:48.739" v="306" actId="1076"/>
        <pc:sldMkLst>
          <pc:docMk/>
          <pc:sldMk cId="1181541104" sldId="375"/>
        </pc:sldMkLst>
        <pc:spChg chg="mod">
          <ac:chgData name="Sungjun Jung" userId="aacad43199554a35" providerId="LiveId" clId="{EFDCABC0-771B-4B0D-A715-C9BBEEA44E15}" dt="2025-03-10T05:36:51.324" v="41" actId="20577"/>
          <ac:spMkLst>
            <pc:docMk/>
            <pc:sldMk cId="1181541104" sldId="375"/>
            <ac:spMk id="2" creationId="{C7DA0C63-6536-CCA1-7DA4-68DEFC9554C7}"/>
          </ac:spMkLst>
        </pc:spChg>
        <pc:spChg chg="mod">
          <ac:chgData name="Sungjun Jung" userId="aacad43199554a35" providerId="LiveId" clId="{EFDCABC0-771B-4B0D-A715-C9BBEEA44E15}" dt="2025-03-10T05:56:22.150" v="302" actId="1076"/>
          <ac:spMkLst>
            <pc:docMk/>
            <pc:sldMk cId="1181541104" sldId="375"/>
            <ac:spMk id="4" creationId="{41F10524-C536-2BF5-7388-D038FE7EF220}"/>
          </ac:spMkLst>
        </pc:spChg>
        <pc:spChg chg="mod">
          <ac:chgData name="Sungjun Jung" userId="aacad43199554a35" providerId="LiveId" clId="{EFDCABC0-771B-4B0D-A715-C9BBEEA44E15}" dt="2025-03-10T05:55:20.083" v="222" actId="20577"/>
          <ac:spMkLst>
            <pc:docMk/>
            <pc:sldMk cId="1181541104" sldId="375"/>
            <ac:spMk id="10" creationId="{F9C00B3F-EFA0-D1E9-D5A9-8B991C45007C}"/>
          </ac:spMkLst>
        </pc:spChg>
        <pc:spChg chg="mod">
          <ac:chgData name="Sungjun Jung" userId="aacad43199554a35" providerId="LiveId" clId="{EFDCABC0-771B-4B0D-A715-C9BBEEA44E15}" dt="2025-03-10T05:55:29.998" v="241" actId="20577"/>
          <ac:spMkLst>
            <pc:docMk/>
            <pc:sldMk cId="1181541104" sldId="375"/>
            <ac:spMk id="11" creationId="{8C3A6375-3984-581D-2B73-148E71379A73}"/>
          </ac:spMkLst>
        </pc:spChg>
        <pc:spChg chg="mod">
          <ac:chgData name="Sungjun Jung" userId="aacad43199554a35" providerId="LiveId" clId="{EFDCABC0-771B-4B0D-A715-C9BBEEA44E15}" dt="2025-03-10T05:56:48.739" v="306" actId="1076"/>
          <ac:spMkLst>
            <pc:docMk/>
            <pc:sldMk cId="1181541104" sldId="375"/>
            <ac:spMk id="26" creationId="{EE9D18E1-5D28-0582-2321-0147A15A9656}"/>
          </ac:spMkLst>
        </pc:spChg>
        <pc:grpChg chg="mod">
          <ac:chgData name="Sungjun Jung" userId="aacad43199554a35" providerId="LiveId" clId="{EFDCABC0-771B-4B0D-A715-C9BBEEA44E15}" dt="2025-03-10T05:56:26.637" v="303" actId="1076"/>
          <ac:grpSpMkLst>
            <pc:docMk/>
            <pc:sldMk cId="1181541104" sldId="375"/>
            <ac:grpSpMk id="5" creationId="{F00084E8-5F47-AA20-977B-D91C8ADFACFD}"/>
          </ac:grpSpMkLst>
        </pc:grpChg>
      </pc:sldChg>
      <pc:sldChg chg="modSp mod">
        <pc:chgData name="Sungjun Jung" userId="aacad43199554a35" providerId="LiveId" clId="{EFDCABC0-771B-4B0D-A715-C9BBEEA44E15}" dt="2025-03-10T06:00:17.392" v="355" actId="20577"/>
        <pc:sldMkLst>
          <pc:docMk/>
          <pc:sldMk cId="704524799" sldId="376"/>
        </pc:sldMkLst>
        <pc:spChg chg="mod">
          <ac:chgData name="Sungjun Jung" userId="aacad43199554a35" providerId="LiveId" clId="{EFDCABC0-771B-4B0D-A715-C9BBEEA44E15}" dt="2025-03-10T05:36:55.607" v="43" actId="20577"/>
          <ac:spMkLst>
            <pc:docMk/>
            <pc:sldMk cId="704524799" sldId="376"/>
            <ac:spMk id="2" creationId="{245FBEFC-4B1C-0FD9-1378-5CEBB808F8A0}"/>
          </ac:spMkLst>
        </pc:spChg>
        <pc:spChg chg="mod">
          <ac:chgData name="Sungjun Jung" userId="aacad43199554a35" providerId="LiveId" clId="{EFDCABC0-771B-4B0D-A715-C9BBEEA44E15}" dt="2025-03-10T06:00:09.750" v="334" actId="20577"/>
          <ac:spMkLst>
            <pc:docMk/>
            <pc:sldMk cId="704524799" sldId="376"/>
            <ac:spMk id="10" creationId="{BEBA1738-6AE0-870D-9355-36837457C691}"/>
          </ac:spMkLst>
        </pc:spChg>
        <pc:spChg chg="mod">
          <ac:chgData name="Sungjun Jung" userId="aacad43199554a35" providerId="LiveId" clId="{EFDCABC0-771B-4B0D-A715-C9BBEEA44E15}" dt="2025-03-10T06:00:17.392" v="355" actId="20577"/>
          <ac:spMkLst>
            <pc:docMk/>
            <pc:sldMk cId="704524799" sldId="376"/>
            <ac:spMk id="11" creationId="{AAC92BBE-5198-85EA-BAFF-DDF5A552B858}"/>
          </ac:spMkLst>
        </pc:spChg>
      </pc:sldChg>
      <pc:sldChg chg="modSp mod">
        <pc:chgData name="Sungjun Jung" userId="aacad43199554a35" providerId="LiveId" clId="{EFDCABC0-771B-4B0D-A715-C9BBEEA44E15}" dt="2025-03-10T06:00:47.140" v="418" actId="20577"/>
        <pc:sldMkLst>
          <pc:docMk/>
          <pc:sldMk cId="2045168267" sldId="377"/>
        </pc:sldMkLst>
        <pc:spChg chg="mod">
          <ac:chgData name="Sungjun Jung" userId="aacad43199554a35" providerId="LiveId" clId="{EFDCABC0-771B-4B0D-A715-C9BBEEA44E15}" dt="2025-03-10T05:37:00.205" v="47" actId="20577"/>
          <ac:spMkLst>
            <pc:docMk/>
            <pc:sldMk cId="2045168267" sldId="377"/>
            <ac:spMk id="2" creationId="{062123A8-508A-69A4-6C6B-E59D0FD93C10}"/>
          </ac:spMkLst>
        </pc:spChg>
        <pc:spChg chg="mod">
          <ac:chgData name="Sungjun Jung" userId="aacad43199554a35" providerId="LiveId" clId="{EFDCABC0-771B-4B0D-A715-C9BBEEA44E15}" dt="2025-03-10T05:57:18.480" v="307" actId="1076"/>
          <ac:spMkLst>
            <pc:docMk/>
            <pc:sldMk cId="2045168267" sldId="377"/>
            <ac:spMk id="4" creationId="{F6A5ECA2-FF8F-E902-DEEC-F8CA3A68E5DE}"/>
          </ac:spMkLst>
        </pc:spChg>
        <pc:spChg chg="mod">
          <ac:chgData name="Sungjun Jung" userId="aacad43199554a35" providerId="LiveId" clId="{EFDCABC0-771B-4B0D-A715-C9BBEEA44E15}" dt="2025-03-10T06:00:42.148" v="389" actId="20577"/>
          <ac:spMkLst>
            <pc:docMk/>
            <pc:sldMk cId="2045168267" sldId="377"/>
            <ac:spMk id="10" creationId="{3CD3E7EA-5A5C-CE9C-D5FA-84D51D788F20}"/>
          </ac:spMkLst>
        </pc:spChg>
        <pc:spChg chg="mod">
          <ac:chgData name="Sungjun Jung" userId="aacad43199554a35" providerId="LiveId" clId="{EFDCABC0-771B-4B0D-A715-C9BBEEA44E15}" dt="2025-03-10T06:00:47.140" v="418" actId="20577"/>
          <ac:spMkLst>
            <pc:docMk/>
            <pc:sldMk cId="2045168267" sldId="377"/>
            <ac:spMk id="11" creationId="{D6BEC3EC-67F5-0DC4-6CA5-6E3B89BFD0B3}"/>
          </ac:spMkLst>
        </pc:spChg>
        <pc:grpChg chg="mod">
          <ac:chgData name="Sungjun Jung" userId="aacad43199554a35" providerId="LiveId" clId="{EFDCABC0-771B-4B0D-A715-C9BBEEA44E15}" dt="2025-03-10T05:57:21.551" v="308" actId="1076"/>
          <ac:grpSpMkLst>
            <pc:docMk/>
            <pc:sldMk cId="2045168267" sldId="377"/>
            <ac:grpSpMk id="5" creationId="{739234F4-0135-E9B6-E470-3AA3839B1DC5}"/>
          </ac:grpSpMkLst>
        </pc:grpChg>
      </pc:sldChg>
      <pc:sldChg chg="modSp mod ord">
        <pc:chgData name="Sungjun Jung" userId="aacad43199554a35" providerId="LiveId" clId="{EFDCABC0-771B-4B0D-A715-C9BBEEA44E15}" dt="2025-03-10T05:52:36.305" v="198" actId="20577"/>
        <pc:sldMkLst>
          <pc:docMk/>
          <pc:sldMk cId="928294023" sldId="378"/>
        </pc:sldMkLst>
        <pc:spChg chg="mod">
          <ac:chgData name="Sungjun Jung" userId="aacad43199554a35" providerId="LiveId" clId="{EFDCABC0-771B-4B0D-A715-C9BBEEA44E15}" dt="2025-03-10T05:37:04.515" v="49" actId="20577"/>
          <ac:spMkLst>
            <pc:docMk/>
            <pc:sldMk cId="928294023" sldId="378"/>
            <ac:spMk id="2" creationId="{87716C61-5F42-24C2-C1DE-A1FDF1B39242}"/>
          </ac:spMkLst>
        </pc:spChg>
        <pc:spChg chg="mod">
          <ac:chgData name="Sungjun Jung" userId="aacad43199554a35" providerId="LiveId" clId="{EFDCABC0-771B-4B0D-A715-C9BBEEA44E15}" dt="2025-03-10T05:52:36.305" v="198" actId="20577"/>
          <ac:spMkLst>
            <pc:docMk/>
            <pc:sldMk cId="928294023" sldId="378"/>
            <ac:spMk id="10" creationId="{C2E39D3C-4734-B739-AF19-B16B4CE66B3D}"/>
          </ac:spMkLst>
        </pc:spChg>
      </pc:sldChg>
      <pc:sldChg chg="modSp mod">
        <pc:chgData name="Sungjun Jung" userId="aacad43199554a35" providerId="LiveId" clId="{EFDCABC0-771B-4B0D-A715-C9BBEEA44E15}" dt="2025-03-10T05:37:51.634" v="73" actId="20577"/>
        <pc:sldMkLst>
          <pc:docMk/>
          <pc:sldMk cId="2869972652" sldId="379"/>
        </pc:sldMkLst>
        <pc:spChg chg="mod">
          <ac:chgData name="Sungjun Jung" userId="aacad43199554a35" providerId="LiveId" clId="{EFDCABC0-771B-4B0D-A715-C9BBEEA44E15}" dt="2025-03-10T05:37:51.634" v="73" actId="20577"/>
          <ac:spMkLst>
            <pc:docMk/>
            <pc:sldMk cId="2869972652" sldId="379"/>
            <ac:spMk id="2" creationId="{001CF8A1-153C-E50A-CFCE-64BF0C93C20D}"/>
          </ac:spMkLst>
        </pc:spChg>
      </pc:sldChg>
      <pc:sldChg chg="modSp mod">
        <pc:chgData name="Sungjun Jung" userId="aacad43199554a35" providerId="LiveId" clId="{EFDCABC0-771B-4B0D-A715-C9BBEEA44E15}" dt="2025-03-10T06:01:24.060" v="420" actId="1076"/>
        <pc:sldMkLst>
          <pc:docMk/>
          <pc:sldMk cId="1080632762" sldId="380"/>
        </pc:sldMkLst>
        <pc:spChg chg="mod">
          <ac:chgData name="Sungjun Jung" userId="aacad43199554a35" providerId="LiveId" clId="{EFDCABC0-771B-4B0D-A715-C9BBEEA44E15}" dt="2025-03-10T05:37:16.731" v="55" actId="20577"/>
          <ac:spMkLst>
            <pc:docMk/>
            <pc:sldMk cId="1080632762" sldId="380"/>
            <ac:spMk id="2" creationId="{5D0281F6-7F83-6000-6756-059906E3953C}"/>
          </ac:spMkLst>
        </pc:spChg>
        <pc:grpChg chg="mod">
          <ac:chgData name="Sungjun Jung" userId="aacad43199554a35" providerId="LiveId" clId="{EFDCABC0-771B-4B0D-A715-C9BBEEA44E15}" dt="2025-03-10T06:01:24.060" v="420" actId="1076"/>
          <ac:grpSpMkLst>
            <pc:docMk/>
            <pc:sldMk cId="1080632762" sldId="380"/>
            <ac:grpSpMk id="4" creationId="{90829DDA-850B-458C-D2BC-8F578FDBFA4E}"/>
          </ac:grpSpMkLst>
        </pc:grpChg>
      </pc:sldChg>
      <pc:sldChg chg="modSp mod">
        <pc:chgData name="Sungjun Jung" userId="aacad43199554a35" providerId="LiveId" clId="{EFDCABC0-771B-4B0D-A715-C9BBEEA44E15}" dt="2025-03-10T05:37:22.040" v="57" actId="20577"/>
        <pc:sldMkLst>
          <pc:docMk/>
          <pc:sldMk cId="3059334108" sldId="381"/>
        </pc:sldMkLst>
        <pc:spChg chg="mod">
          <ac:chgData name="Sungjun Jung" userId="aacad43199554a35" providerId="LiveId" clId="{EFDCABC0-771B-4B0D-A715-C9BBEEA44E15}" dt="2025-03-10T05:37:22.040" v="57" actId="20577"/>
          <ac:spMkLst>
            <pc:docMk/>
            <pc:sldMk cId="3059334108" sldId="381"/>
            <ac:spMk id="2" creationId="{710BB4AA-C09E-9890-E5C1-3904480101CF}"/>
          </ac:spMkLst>
        </pc:spChg>
      </pc:sldChg>
      <pc:sldChg chg="modSp mod">
        <pc:chgData name="Sungjun Jung" userId="aacad43199554a35" providerId="LiveId" clId="{EFDCABC0-771B-4B0D-A715-C9BBEEA44E15}" dt="2025-03-10T05:37:27.050" v="61" actId="20577"/>
        <pc:sldMkLst>
          <pc:docMk/>
          <pc:sldMk cId="2200440819" sldId="382"/>
        </pc:sldMkLst>
        <pc:spChg chg="mod">
          <ac:chgData name="Sungjun Jung" userId="aacad43199554a35" providerId="LiveId" clId="{EFDCABC0-771B-4B0D-A715-C9BBEEA44E15}" dt="2025-03-10T05:37:27.050" v="61" actId="20577"/>
          <ac:spMkLst>
            <pc:docMk/>
            <pc:sldMk cId="2200440819" sldId="382"/>
            <ac:spMk id="2" creationId="{54179CC0-49D2-C67E-57B6-8D937A77E840}"/>
          </ac:spMkLst>
        </pc:spChg>
      </pc:sldChg>
      <pc:sldChg chg="modSp mod">
        <pc:chgData name="Sungjun Jung" userId="aacad43199554a35" providerId="LiveId" clId="{EFDCABC0-771B-4B0D-A715-C9BBEEA44E15}" dt="2025-03-10T05:37:30.595" v="63" actId="20577"/>
        <pc:sldMkLst>
          <pc:docMk/>
          <pc:sldMk cId="3691510426" sldId="383"/>
        </pc:sldMkLst>
        <pc:spChg chg="mod">
          <ac:chgData name="Sungjun Jung" userId="aacad43199554a35" providerId="LiveId" clId="{EFDCABC0-771B-4B0D-A715-C9BBEEA44E15}" dt="2025-03-10T05:37:30.595" v="63" actId="20577"/>
          <ac:spMkLst>
            <pc:docMk/>
            <pc:sldMk cId="3691510426" sldId="383"/>
            <ac:spMk id="2" creationId="{BD45D1DC-9701-E333-3F63-471932683A05}"/>
          </ac:spMkLst>
        </pc:spChg>
      </pc:sldChg>
      <pc:sldChg chg="modSp mod">
        <pc:chgData name="Sungjun Jung" userId="aacad43199554a35" providerId="LiveId" clId="{EFDCABC0-771B-4B0D-A715-C9BBEEA44E15}" dt="2025-03-10T05:37:35.554" v="65" actId="20577"/>
        <pc:sldMkLst>
          <pc:docMk/>
          <pc:sldMk cId="2890826081" sldId="384"/>
        </pc:sldMkLst>
        <pc:spChg chg="mod">
          <ac:chgData name="Sungjun Jung" userId="aacad43199554a35" providerId="LiveId" clId="{EFDCABC0-771B-4B0D-A715-C9BBEEA44E15}" dt="2025-03-10T05:37:35.554" v="65" actId="20577"/>
          <ac:spMkLst>
            <pc:docMk/>
            <pc:sldMk cId="2890826081" sldId="384"/>
            <ac:spMk id="2" creationId="{48C8B427-1C13-A3A6-3341-7D95152DF0EF}"/>
          </ac:spMkLst>
        </pc:spChg>
      </pc:sldChg>
      <pc:sldChg chg="modSp mod">
        <pc:chgData name="Sungjun Jung" userId="aacad43199554a35" providerId="LiveId" clId="{EFDCABC0-771B-4B0D-A715-C9BBEEA44E15}" dt="2025-03-10T06:02:00.512" v="422" actId="1076"/>
        <pc:sldMkLst>
          <pc:docMk/>
          <pc:sldMk cId="192773617" sldId="386"/>
        </pc:sldMkLst>
        <pc:spChg chg="mod">
          <ac:chgData name="Sungjun Jung" userId="aacad43199554a35" providerId="LiveId" clId="{EFDCABC0-771B-4B0D-A715-C9BBEEA44E15}" dt="2025-03-10T05:37:38.834" v="67" actId="20577"/>
          <ac:spMkLst>
            <pc:docMk/>
            <pc:sldMk cId="192773617" sldId="386"/>
            <ac:spMk id="2" creationId="{8161D155-1586-5E2E-D732-C4F49F9FBFA7}"/>
          </ac:spMkLst>
        </pc:spChg>
        <pc:grpChg chg="mod">
          <ac:chgData name="Sungjun Jung" userId="aacad43199554a35" providerId="LiveId" clId="{EFDCABC0-771B-4B0D-A715-C9BBEEA44E15}" dt="2025-03-10T06:02:00.512" v="422" actId="1076"/>
          <ac:grpSpMkLst>
            <pc:docMk/>
            <pc:sldMk cId="192773617" sldId="386"/>
            <ac:grpSpMk id="5" creationId="{1BDCA14F-B0E4-20D7-B663-19B9219C72B6}"/>
          </ac:grpSpMkLst>
        </pc:grpChg>
      </pc:sldChg>
      <pc:sldChg chg="addSp delSp modSp mod">
        <pc:chgData name="Sungjun Jung" userId="aacad43199554a35" providerId="LiveId" clId="{EFDCABC0-771B-4B0D-A715-C9BBEEA44E15}" dt="2025-03-10T06:05:55.273" v="597" actId="478"/>
        <pc:sldMkLst>
          <pc:docMk/>
          <pc:sldMk cId="109172929" sldId="387"/>
        </pc:sldMkLst>
        <pc:spChg chg="mod">
          <ac:chgData name="Sungjun Jung" userId="aacad43199554a35" providerId="LiveId" clId="{EFDCABC0-771B-4B0D-A715-C9BBEEA44E15}" dt="2025-03-10T05:37:43.543" v="69" actId="20577"/>
          <ac:spMkLst>
            <pc:docMk/>
            <pc:sldMk cId="109172929" sldId="387"/>
            <ac:spMk id="2" creationId="{393F85AC-9A7E-B79A-B06E-2562CCBB83B0}"/>
          </ac:spMkLst>
        </pc:spChg>
        <pc:spChg chg="add mod">
          <ac:chgData name="Sungjun Jung" userId="aacad43199554a35" providerId="LiveId" clId="{EFDCABC0-771B-4B0D-A715-C9BBEEA44E15}" dt="2025-03-10T06:05:28.035" v="590" actId="1076"/>
          <ac:spMkLst>
            <pc:docMk/>
            <pc:sldMk cId="109172929" sldId="387"/>
            <ac:spMk id="8" creationId="{4AB62DF0-1FC7-4132-087C-0327960C885B}"/>
          </ac:spMkLst>
        </pc:spChg>
        <pc:spChg chg="mod">
          <ac:chgData name="Sungjun Jung" userId="aacad43199554a35" providerId="LiveId" clId="{EFDCABC0-771B-4B0D-A715-C9BBEEA44E15}" dt="2025-03-10T06:04:35.371" v="530" actId="1076"/>
          <ac:spMkLst>
            <pc:docMk/>
            <pc:sldMk cId="109172929" sldId="387"/>
            <ac:spMk id="11" creationId="{F63254C3-8A25-FAD1-4F53-D6FE9250D648}"/>
          </ac:spMkLst>
        </pc:spChg>
        <pc:spChg chg="mod">
          <ac:chgData name="Sungjun Jung" userId="aacad43199554a35" providerId="LiveId" clId="{EFDCABC0-771B-4B0D-A715-C9BBEEA44E15}" dt="2025-03-10T06:04:35.371" v="530" actId="1076"/>
          <ac:spMkLst>
            <pc:docMk/>
            <pc:sldMk cId="109172929" sldId="387"/>
            <ac:spMk id="18" creationId="{EFDB8B05-6FD5-6564-AC1D-00CE5E738FB6}"/>
          </ac:spMkLst>
        </pc:spChg>
        <pc:spChg chg="mod">
          <ac:chgData name="Sungjun Jung" userId="aacad43199554a35" providerId="LiveId" clId="{EFDCABC0-771B-4B0D-A715-C9BBEEA44E15}" dt="2025-03-10T06:04:35.371" v="530" actId="1076"/>
          <ac:spMkLst>
            <pc:docMk/>
            <pc:sldMk cId="109172929" sldId="387"/>
            <ac:spMk id="19" creationId="{02641D79-10F6-F91E-4C2C-6F34E1126AA7}"/>
          </ac:spMkLst>
        </pc:spChg>
        <pc:spChg chg="mod">
          <ac:chgData name="Sungjun Jung" userId="aacad43199554a35" providerId="LiveId" clId="{EFDCABC0-771B-4B0D-A715-C9BBEEA44E15}" dt="2025-03-10T06:04:35.371" v="530" actId="1076"/>
          <ac:spMkLst>
            <pc:docMk/>
            <pc:sldMk cId="109172929" sldId="387"/>
            <ac:spMk id="21" creationId="{9B030C55-FB82-680E-55ED-98C239620EDF}"/>
          </ac:spMkLst>
        </pc:spChg>
        <pc:spChg chg="mod">
          <ac:chgData name="Sungjun Jung" userId="aacad43199554a35" providerId="LiveId" clId="{EFDCABC0-771B-4B0D-A715-C9BBEEA44E15}" dt="2025-03-10T06:04:35.371" v="530" actId="1076"/>
          <ac:spMkLst>
            <pc:docMk/>
            <pc:sldMk cId="109172929" sldId="387"/>
            <ac:spMk id="22" creationId="{BA00178A-C263-F7AB-F871-ED65FD0DB056}"/>
          </ac:spMkLst>
        </pc:spChg>
        <pc:spChg chg="add mod">
          <ac:chgData name="Sungjun Jung" userId="aacad43199554a35" providerId="LiveId" clId="{EFDCABC0-771B-4B0D-A715-C9BBEEA44E15}" dt="2025-03-10T06:05:18.291" v="581" actId="1076"/>
          <ac:spMkLst>
            <pc:docMk/>
            <pc:sldMk cId="109172929" sldId="387"/>
            <ac:spMk id="23" creationId="{8237E4E7-76E1-6170-7EA3-52ACA6BB648D}"/>
          </ac:spMkLst>
        </pc:spChg>
        <pc:picChg chg="mod">
          <ac:chgData name="Sungjun Jung" userId="aacad43199554a35" providerId="LiveId" clId="{EFDCABC0-771B-4B0D-A715-C9BBEEA44E15}" dt="2025-03-10T06:04:23.197" v="528" actId="1076"/>
          <ac:picMkLst>
            <pc:docMk/>
            <pc:sldMk cId="109172929" sldId="387"/>
            <ac:picMk id="9" creationId="{2069B459-27E5-8E12-AA0B-651058AB5A3B}"/>
          </ac:picMkLst>
        </pc:picChg>
        <pc:picChg chg="mod">
          <ac:chgData name="Sungjun Jung" userId="aacad43199554a35" providerId="LiveId" clId="{EFDCABC0-771B-4B0D-A715-C9BBEEA44E15}" dt="2025-03-10T06:04:35.371" v="530" actId="1076"/>
          <ac:picMkLst>
            <pc:docMk/>
            <pc:sldMk cId="109172929" sldId="387"/>
            <ac:picMk id="10" creationId="{BF5A76BB-0E04-3F82-B8D0-2F9649522345}"/>
          </ac:picMkLst>
        </pc:picChg>
      </pc:sldChg>
      <pc:sldChg chg="addSp delSp modSp mod">
        <pc:chgData name="Sungjun Jung" userId="aacad43199554a35" providerId="LiveId" clId="{EFDCABC0-771B-4B0D-A715-C9BBEEA44E15}" dt="2025-03-10T06:05:45.851" v="596"/>
        <pc:sldMkLst>
          <pc:docMk/>
          <pc:sldMk cId="2076552181" sldId="388"/>
        </pc:sldMkLst>
        <pc:spChg chg="mod">
          <ac:chgData name="Sungjun Jung" userId="aacad43199554a35" providerId="LiveId" clId="{EFDCABC0-771B-4B0D-A715-C9BBEEA44E15}" dt="2025-03-10T05:37:47.649" v="71" actId="20577"/>
          <ac:spMkLst>
            <pc:docMk/>
            <pc:sldMk cId="2076552181" sldId="388"/>
            <ac:spMk id="2" creationId="{AA8E8F19-4F86-B62C-0001-6FD1FBFE24A5}"/>
          </ac:spMkLst>
        </pc:spChg>
        <pc:spChg chg="add mod">
          <ac:chgData name="Sungjun Jung" userId="aacad43199554a35" providerId="LiveId" clId="{EFDCABC0-771B-4B0D-A715-C9BBEEA44E15}" dt="2025-03-10T06:05:45.851" v="596"/>
          <ac:spMkLst>
            <pc:docMk/>
            <pc:sldMk cId="2076552181" sldId="388"/>
            <ac:spMk id="43" creationId="{FD99018B-EA19-B5C8-B214-0989781D4708}"/>
          </ac:spMkLst>
        </pc:spChg>
        <pc:spChg chg="add mod">
          <ac:chgData name="Sungjun Jung" userId="aacad43199554a35" providerId="LiveId" clId="{EFDCABC0-771B-4B0D-A715-C9BBEEA44E15}" dt="2025-03-10T06:05:45.851" v="596"/>
          <ac:spMkLst>
            <pc:docMk/>
            <pc:sldMk cId="2076552181" sldId="388"/>
            <ac:spMk id="44" creationId="{1DE013BA-5D1A-73EB-D969-A399102B8359}"/>
          </ac:spMkLst>
        </pc:spChg>
        <pc:spChg chg="add mod">
          <ac:chgData name="Sungjun Jung" userId="aacad43199554a35" providerId="LiveId" clId="{EFDCABC0-771B-4B0D-A715-C9BBEEA44E15}" dt="2025-03-10T06:05:45.851" v="596"/>
          <ac:spMkLst>
            <pc:docMk/>
            <pc:sldMk cId="2076552181" sldId="388"/>
            <ac:spMk id="45" creationId="{2C2FDE88-402A-A6AE-075C-F0894335528A}"/>
          </ac:spMkLst>
        </pc:spChg>
        <pc:spChg chg="add mod">
          <ac:chgData name="Sungjun Jung" userId="aacad43199554a35" providerId="LiveId" clId="{EFDCABC0-771B-4B0D-A715-C9BBEEA44E15}" dt="2025-03-10T06:05:45.851" v="596"/>
          <ac:spMkLst>
            <pc:docMk/>
            <pc:sldMk cId="2076552181" sldId="388"/>
            <ac:spMk id="46" creationId="{13852A64-67B2-C4C9-9B84-9B2324DEB6BB}"/>
          </ac:spMkLst>
        </pc:spChg>
        <pc:spChg chg="add mod">
          <ac:chgData name="Sungjun Jung" userId="aacad43199554a35" providerId="LiveId" clId="{EFDCABC0-771B-4B0D-A715-C9BBEEA44E15}" dt="2025-03-10T06:05:45.851" v="596"/>
          <ac:spMkLst>
            <pc:docMk/>
            <pc:sldMk cId="2076552181" sldId="388"/>
            <ac:spMk id="47" creationId="{FEF6008E-C307-80DA-552B-D8E601958DCD}"/>
          </ac:spMkLst>
        </pc:spChg>
        <pc:spChg chg="add mod">
          <ac:chgData name="Sungjun Jung" userId="aacad43199554a35" providerId="LiveId" clId="{EFDCABC0-771B-4B0D-A715-C9BBEEA44E15}" dt="2025-03-10T06:05:45.851" v="596"/>
          <ac:spMkLst>
            <pc:docMk/>
            <pc:sldMk cId="2076552181" sldId="388"/>
            <ac:spMk id="48" creationId="{25B4900F-782B-2EDA-3204-52377F0EFF21}"/>
          </ac:spMkLst>
        </pc:spChg>
        <pc:spChg chg="add mod">
          <ac:chgData name="Sungjun Jung" userId="aacad43199554a35" providerId="LiveId" clId="{EFDCABC0-771B-4B0D-A715-C9BBEEA44E15}" dt="2025-03-10T06:05:45.851" v="596"/>
          <ac:spMkLst>
            <pc:docMk/>
            <pc:sldMk cId="2076552181" sldId="388"/>
            <ac:spMk id="49" creationId="{C12C8B6C-6199-F2BD-567F-6E647A8AB458}"/>
          </ac:spMkLst>
        </pc:spChg>
        <pc:picChg chg="add mod">
          <ac:chgData name="Sungjun Jung" userId="aacad43199554a35" providerId="LiveId" clId="{EFDCABC0-771B-4B0D-A715-C9BBEEA44E15}" dt="2025-03-10T06:05:45.851" v="596"/>
          <ac:picMkLst>
            <pc:docMk/>
            <pc:sldMk cId="2076552181" sldId="388"/>
            <ac:picMk id="41" creationId="{740D4DCD-491B-D14C-C742-320ECD68EBC2}"/>
          </ac:picMkLst>
        </pc:picChg>
        <pc:picChg chg="add mod">
          <ac:chgData name="Sungjun Jung" userId="aacad43199554a35" providerId="LiveId" clId="{EFDCABC0-771B-4B0D-A715-C9BBEEA44E15}" dt="2025-03-10T06:05:45.851" v="596"/>
          <ac:picMkLst>
            <pc:docMk/>
            <pc:sldMk cId="2076552181" sldId="388"/>
            <ac:picMk id="42" creationId="{92D9E861-145D-1CE3-E1A2-1D9C47392049}"/>
          </ac:picMkLst>
        </pc:picChg>
      </pc:sldChg>
      <pc:sldChg chg="modSp mod">
        <pc:chgData name="Sungjun Jung" userId="aacad43199554a35" providerId="LiveId" clId="{EFDCABC0-771B-4B0D-A715-C9BBEEA44E15}" dt="2025-03-10T05:38:08.308" v="79" actId="20577"/>
        <pc:sldMkLst>
          <pc:docMk/>
          <pc:sldMk cId="2197037596" sldId="389"/>
        </pc:sldMkLst>
        <pc:spChg chg="mod">
          <ac:chgData name="Sungjun Jung" userId="aacad43199554a35" providerId="LiveId" clId="{EFDCABC0-771B-4B0D-A715-C9BBEEA44E15}" dt="2025-03-10T05:38:08.308" v="79" actId="20577"/>
          <ac:spMkLst>
            <pc:docMk/>
            <pc:sldMk cId="2197037596" sldId="389"/>
            <ac:spMk id="2" creationId="{E04F1620-2493-4413-C33C-54BDE42C7F8D}"/>
          </ac:spMkLst>
        </pc:spChg>
      </pc:sldChg>
      <pc:sldChg chg="modSp mod">
        <pc:chgData name="Sungjun Jung" userId="aacad43199554a35" providerId="LiveId" clId="{EFDCABC0-771B-4B0D-A715-C9BBEEA44E15}" dt="2025-03-10T05:38:13.536" v="81" actId="20577"/>
        <pc:sldMkLst>
          <pc:docMk/>
          <pc:sldMk cId="4216538424" sldId="390"/>
        </pc:sldMkLst>
        <pc:spChg chg="mod">
          <ac:chgData name="Sungjun Jung" userId="aacad43199554a35" providerId="LiveId" clId="{EFDCABC0-771B-4B0D-A715-C9BBEEA44E15}" dt="2025-03-10T05:38:13.536" v="81" actId="20577"/>
          <ac:spMkLst>
            <pc:docMk/>
            <pc:sldMk cId="4216538424" sldId="390"/>
            <ac:spMk id="2" creationId="{A91B5162-8CC3-7700-A9E0-46F52EAEC536}"/>
          </ac:spMkLst>
        </pc:spChg>
      </pc:sldChg>
      <pc:sldChg chg="modSp mod">
        <pc:chgData name="Sungjun Jung" userId="aacad43199554a35" providerId="LiveId" clId="{EFDCABC0-771B-4B0D-A715-C9BBEEA44E15}" dt="2025-03-10T05:38:22.969" v="87" actId="20577"/>
        <pc:sldMkLst>
          <pc:docMk/>
          <pc:sldMk cId="4270537977" sldId="391"/>
        </pc:sldMkLst>
        <pc:spChg chg="mod">
          <ac:chgData name="Sungjun Jung" userId="aacad43199554a35" providerId="LiveId" clId="{EFDCABC0-771B-4B0D-A715-C9BBEEA44E15}" dt="2025-03-10T05:38:22.969" v="87" actId="20577"/>
          <ac:spMkLst>
            <pc:docMk/>
            <pc:sldMk cId="4270537977" sldId="391"/>
            <ac:spMk id="2" creationId="{4B79C047-37CE-3721-CB69-8B08D97DDE3D}"/>
          </ac:spMkLst>
        </pc:spChg>
      </pc:sldChg>
      <pc:sldChg chg="modSp mod">
        <pc:chgData name="Sungjun Jung" userId="aacad43199554a35" providerId="LiveId" clId="{EFDCABC0-771B-4B0D-A715-C9BBEEA44E15}" dt="2025-03-10T06:07:14.421" v="607" actId="20577"/>
        <pc:sldMkLst>
          <pc:docMk/>
          <pc:sldMk cId="2299003464" sldId="392"/>
        </pc:sldMkLst>
        <pc:spChg chg="mod">
          <ac:chgData name="Sungjun Jung" userId="aacad43199554a35" providerId="LiveId" clId="{EFDCABC0-771B-4B0D-A715-C9BBEEA44E15}" dt="2025-03-10T05:38:26.032" v="89" actId="20577"/>
          <ac:spMkLst>
            <pc:docMk/>
            <pc:sldMk cId="2299003464" sldId="392"/>
            <ac:spMk id="2" creationId="{C8C42C05-7DE0-8C7C-858A-E2638D937EDB}"/>
          </ac:spMkLst>
        </pc:spChg>
        <pc:spChg chg="mod">
          <ac:chgData name="Sungjun Jung" userId="aacad43199554a35" providerId="LiveId" clId="{EFDCABC0-771B-4B0D-A715-C9BBEEA44E15}" dt="2025-03-10T06:07:14.421" v="607" actId="20577"/>
          <ac:spMkLst>
            <pc:docMk/>
            <pc:sldMk cId="2299003464" sldId="392"/>
            <ac:spMk id="17" creationId="{CBF32F8F-5004-5128-E420-D6D03D0B23DD}"/>
          </ac:spMkLst>
        </pc:spChg>
      </pc:sldChg>
      <pc:sldChg chg="modSp mod">
        <pc:chgData name="Sungjun Jung" userId="aacad43199554a35" providerId="LiveId" clId="{EFDCABC0-771B-4B0D-A715-C9BBEEA44E15}" dt="2025-03-10T06:07:45.769" v="609" actId="13926"/>
        <pc:sldMkLst>
          <pc:docMk/>
          <pc:sldMk cId="1181272951" sldId="393"/>
        </pc:sldMkLst>
        <pc:spChg chg="mod">
          <ac:chgData name="Sungjun Jung" userId="aacad43199554a35" providerId="LiveId" clId="{EFDCABC0-771B-4B0D-A715-C9BBEEA44E15}" dt="2025-03-10T05:38:31.010" v="91" actId="20577"/>
          <ac:spMkLst>
            <pc:docMk/>
            <pc:sldMk cId="1181272951" sldId="393"/>
            <ac:spMk id="2" creationId="{5F1A2A76-915F-1328-4167-201CDC897D00}"/>
          </ac:spMkLst>
        </pc:spChg>
        <pc:spChg chg="mod">
          <ac:chgData name="Sungjun Jung" userId="aacad43199554a35" providerId="LiveId" clId="{EFDCABC0-771B-4B0D-A715-C9BBEEA44E15}" dt="2025-03-10T06:07:45.769" v="609" actId="13926"/>
          <ac:spMkLst>
            <pc:docMk/>
            <pc:sldMk cId="1181272951" sldId="393"/>
            <ac:spMk id="26" creationId="{A353FE2F-05E8-B9A4-0079-A07A2C904A96}"/>
          </ac:spMkLst>
        </pc:spChg>
      </pc:sldChg>
      <pc:sldChg chg="delSp modSp add mod">
        <pc:chgData name="Sungjun Jung" userId="aacad43199554a35" providerId="LiveId" clId="{EFDCABC0-771B-4B0D-A715-C9BBEEA44E15}" dt="2025-03-11T05:38:37.487" v="1547" actId="20577"/>
        <pc:sldMkLst>
          <pc:docMk/>
          <pc:sldMk cId="2390302551" sldId="394"/>
        </pc:sldMkLst>
        <pc:spChg chg="mod">
          <ac:chgData name="Sungjun Jung" userId="aacad43199554a35" providerId="LiveId" clId="{EFDCABC0-771B-4B0D-A715-C9BBEEA44E15}" dt="2025-03-11T05:38:37.487" v="1547" actId="20577"/>
          <ac:spMkLst>
            <pc:docMk/>
            <pc:sldMk cId="2390302551" sldId="394"/>
            <ac:spMk id="24" creationId="{D44AFBF8-3742-4C1B-62DA-6BD2B03D09BE}"/>
          </ac:spMkLst>
        </pc:spChg>
        <pc:spChg chg="mod">
          <ac:chgData name="Sungjun Jung" userId="aacad43199554a35" providerId="LiveId" clId="{EFDCABC0-771B-4B0D-A715-C9BBEEA44E15}" dt="2025-03-10T06:31:59.162" v="1434" actId="14826"/>
          <ac:spMkLst>
            <pc:docMk/>
            <pc:sldMk cId="2390302551" sldId="394"/>
            <ac:spMk id="26" creationId="{9C7D6002-513D-F9ED-4B7B-5245B067CA17}"/>
          </ac:spMkLst>
        </pc:spChg>
        <pc:spChg chg="mod">
          <ac:chgData name="Sungjun Jung" userId="aacad43199554a35" providerId="LiveId" clId="{EFDCABC0-771B-4B0D-A715-C9BBEEA44E15}" dt="2025-03-10T06:36:41.677" v="1532" actId="20577"/>
          <ac:spMkLst>
            <pc:docMk/>
            <pc:sldMk cId="2390302551" sldId="394"/>
            <ac:spMk id="29" creationId="{FC9D8AE6-7A18-79F0-3111-97AD4B81563E}"/>
          </ac:spMkLst>
        </pc:spChg>
        <pc:spChg chg="mod">
          <ac:chgData name="Sungjun Jung" userId="aacad43199554a35" providerId="LiveId" clId="{EFDCABC0-771B-4B0D-A715-C9BBEEA44E15}" dt="2025-03-10T06:31:51.330" v="1433" actId="14826"/>
          <ac:spMkLst>
            <pc:docMk/>
            <pc:sldMk cId="2390302551" sldId="394"/>
            <ac:spMk id="31" creationId="{08B892F9-B387-6858-15E7-D0380B922C7D}"/>
          </ac:spMkLst>
        </pc:spChg>
        <pc:grpChg chg="mod">
          <ac:chgData name="Sungjun Jung" userId="aacad43199554a35" providerId="LiveId" clId="{EFDCABC0-771B-4B0D-A715-C9BBEEA44E15}" dt="2025-03-10T06:31:59.162" v="1434" actId="14826"/>
          <ac:grpSpMkLst>
            <pc:docMk/>
            <pc:sldMk cId="2390302551" sldId="394"/>
            <ac:grpSpMk id="22" creationId="{D698423F-E17C-CEEF-96FD-37291DDC02DA}"/>
          </ac:grpSpMkLst>
        </pc:grpChg>
        <pc:grpChg chg="mod">
          <ac:chgData name="Sungjun Jung" userId="aacad43199554a35" providerId="LiveId" clId="{EFDCABC0-771B-4B0D-A715-C9BBEEA44E15}" dt="2025-03-10T06:31:59.162" v="1434" actId="14826"/>
          <ac:grpSpMkLst>
            <pc:docMk/>
            <pc:sldMk cId="2390302551" sldId="394"/>
            <ac:grpSpMk id="23" creationId="{AB77D82F-790B-B3C0-E076-4417B3B7CEDE}"/>
          </ac:grpSpMkLst>
        </pc:grpChg>
        <pc:grpChg chg="mod">
          <ac:chgData name="Sungjun Jung" userId="aacad43199554a35" providerId="LiveId" clId="{EFDCABC0-771B-4B0D-A715-C9BBEEA44E15}" dt="2025-03-10T06:31:51.330" v="1433" actId="14826"/>
          <ac:grpSpMkLst>
            <pc:docMk/>
            <pc:sldMk cId="2390302551" sldId="394"/>
            <ac:grpSpMk id="27" creationId="{ADEA63F2-42D3-0B7B-FBB3-336C4F583ED7}"/>
          </ac:grpSpMkLst>
        </pc:grpChg>
        <pc:grpChg chg="mod">
          <ac:chgData name="Sungjun Jung" userId="aacad43199554a35" providerId="LiveId" clId="{EFDCABC0-771B-4B0D-A715-C9BBEEA44E15}" dt="2025-03-10T06:31:51.330" v="1433" actId="14826"/>
          <ac:grpSpMkLst>
            <pc:docMk/>
            <pc:sldMk cId="2390302551" sldId="394"/>
            <ac:grpSpMk id="28" creationId="{6FF8634C-FE95-2067-BE9C-8BBBB40025B6}"/>
          </ac:grpSpMkLst>
        </pc:grpChg>
        <pc:picChg chg="mod">
          <ac:chgData name="Sungjun Jung" userId="aacad43199554a35" providerId="LiveId" clId="{EFDCABC0-771B-4B0D-A715-C9BBEEA44E15}" dt="2025-03-10T06:31:59.162" v="1434" actId="14826"/>
          <ac:picMkLst>
            <pc:docMk/>
            <pc:sldMk cId="2390302551" sldId="394"/>
            <ac:picMk id="25" creationId="{FFD4D57B-75BF-0FF5-5780-1579663B5805}"/>
          </ac:picMkLst>
        </pc:picChg>
        <pc:picChg chg="mod">
          <ac:chgData name="Sungjun Jung" userId="aacad43199554a35" providerId="LiveId" clId="{EFDCABC0-771B-4B0D-A715-C9BBEEA44E15}" dt="2025-03-10T06:31:51.330" v="1433" actId="14826"/>
          <ac:picMkLst>
            <pc:docMk/>
            <pc:sldMk cId="2390302551" sldId="394"/>
            <ac:picMk id="30" creationId="{0A8CEF10-5446-D0B5-CE3E-D55BB4FB067E}"/>
          </ac:picMkLst>
        </pc:picChg>
      </pc:sldChg>
      <pc:sldMasterChg chg="modSp mod modSldLayout">
        <pc:chgData name="Sungjun Jung" userId="aacad43199554a35" providerId="LiveId" clId="{EFDCABC0-771B-4B0D-A715-C9BBEEA44E15}" dt="2025-03-22T11:23:12.765" v="1553" actId="20577"/>
        <pc:sldMasterMkLst>
          <pc:docMk/>
          <pc:sldMasterMk cId="3602597054" sldId="2147483648"/>
        </pc:sldMasterMkLst>
        <pc:spChg chg="mod">
          <ac:chgData name="Sungjun Jung" userId="aacad43199554a35" providerId="LiveId" clId="{EFDCABC0-771B-4B0D-A715-C9BBEEA44E15}" dt="2025-03-10T05:35:49.041" v="35" actId="20577"/>
          <ac:spMkLst>
            <pc:docMk/>
            <pc:sldMasterMk cId="3602597054" sldId="2147483648"/>
            <ac:spMk id="5" creationId="{B783EE82-BAA9-28ED-53F9-4F931A8ADA36}"/>
          </ac:spMkLst>
        </pc:spChg>
        <pc:spChg chg="mod">
          <ac:chgData name="Sungjun Jung" userId="aacad43199554a35" providerId="LiveId" clId="{EFDCABC0-771B-4B0D-A715-C9BBEEA44E15}" dt="2025-03-22T11:23:12.765" v="1553" actId="20577"/>
          <ac:spMkLst>
            <pc:docMk/>
            <pc:sldMasterMk cId="3602597054" sldId="2147483648"/>
            <ac:spMk id="38" creationId="{C0E0A9F9-BFED-2416-F40F-DD106DA58DA1}"/>
          </ac:spMkLst>
        </pc:spChg>
        <pc:sldLayoutChg chg="modSp mod">
          <pc:chgData name="Sungjun Jung" userId="aacad43199554a35" providerId="LiveId" clId="{EFDCABC0-771B-4B0D-A715-C9BBEEA44E15}" dt="2025-03-10T05:35:57.120" v="39" actId="20577"/>
          <pc:sldLayoutMkLst>
            <pc:docMk/>
            <pc:sldMasterMk cId="3602597054" sldId="2147483648"/>
            <pc:sldLayoutMk cId="2514692221" sldId="2147483649"/>
          </pc:sldLayoutMkLst>
          <pc:spChg chg="mod">
            <ac:chgData name="Sungjun Jung" userId="aacad43199554a35" providerId="LiveId" clId="{EFDCABC0-771B-4B0D-A715-C9BBEEA44E15}" dt="2025-03-10T05:35:57.120" v="39" actId="20577"/>
            <ac:spMkLst>
              <pc:docMk/>
              <pc:sldMasterMk cId="3602597054" sldId="2147483648"/>
              <pc:sldLayoutMk cId="2514692221" sldId="2147483649"/>
              <ac:spMk id="5" creationId="{873FE0DE-AF28-31A2-02B0-E48F52B7E026}"/>
            </ac:spMkLst>
          </pc:spChg>
        </pc:sldLayoutChg>
        <pc:sldLayoutChg chg="modSp mod">
          <pc:chgData name="Sungjun Jung" userId="aacad43199554a35" providerId="LiveId" clId="{EFDCABC0-771B-4B0D-A715-C9BBEEA44E15}" dt="2025-03-10T05:35:52.983" v="37" actId="20577"/>
          <pc:sldLayoutMkLst>
            <pc:docMk/>
            <pc:sldMasterMk cId="3602597054" sldId="2147483648"/>
            <pc:sldLayoutMk cId="561662015" sldId="2147483650"/>
          </pc:sldLayoutMkLst>
          <pc:spChg chg="mod">
            <ac:chgData name="Sungjun Jung" userId="aacad43199554a35" providerId="LiveId" clId="{EFDCABC0-771B-4B0D-A715-C9BBEEA44E15}" dt="2025-03-10T05:35:52.983" v="37" actId="20577"/>
            <ac:spMkLst>
              <pc:docMk/>
              <pc:sldMasterMk cId="3602597054" sldId="2147483648"/>
              <pc:sldLayoutMk cId="561662015" sldId="2147483650"/>
              <ac:spMk id="3" creationId="{A4CF63A8-972B-ECC2-BFF9-57AA5D7DA1DA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1035CC-7918-48BD-BA57-57F0E2EF3882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894BBA-063B-483F-AD13-0B789DD504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08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87105-B35B-42E6-05D8-2349274C0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6888C4-072B-8659-0F00-EEB803BD3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ADF9C9-BAD1-936A-4A99-AA94569D2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F7C892-FF57-6750-A9E0-5673AAC554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94BBA-063B-483F-AD13-0B789DD5041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172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94BBA-063B-483F-AD13-0B789DD5041B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950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94BBA-063B-483F-AD13-0B789DD5041B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50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93970-DE4A-73AC-E39C-F45C9584D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27D5BF-5BEE-D674-3983-FE2C43B0EA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D9D9EE-4152-EEAE-2308-B1D81ED903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ED36B0-9491-7A8A-9A8F-1BF0516B0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94BBA-063B-483F-AD13-0B789DD5041B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291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CF63A8-972B-ECC2-BFF9-57AA5D7DA1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F1CAAA-13CE-86E2-9CAC-F9EA562579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B4A81B2-C6F3-F12C-506B-D4C59CBD95B2}"/>
              </a:ext>
            </a:extLst>
          </p:cNvPr>
          <p:cNvGrpSpPr/>
          <p:nvPr userDrawn="1"/>
        </p:nvGrpSpPr>
        <p:grpSpPr>
          <a:xfrm>
            <a:off x="225725" y="191278"/>
            <a:ext cx="733245" cy="733245"/>
            <a:chOff x="225725" y="191278"/>
            <a:chExt cx="733245" cy="733245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6D09339-08DF-FB29-D024-5F7FB628FBD2}"/>
                </a:ext>
              </a:extLst>
            </p:cNvPr>
            <p:cNvCxnSpPr/>
            <p:nvPr userDrawn="1"/>
          </p:nvCxnSpPr>
          <p:spPr>
            <a:xfrm flipV="1">
              <a:off x="353684" y="191278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B22D98D-6BA8-70E2-6007-7BBD41B48EF0}"/>
                </a:ext>
              </a:extLst>
            </p:cNvPr>
            <p:cNvCxnSpPr>
              <a:cxnSpLocks/>
            </p:cNvCxnSpPr>
            <p:nvPr userDrawn="1"/>
          </p:nvCxnSpPr>
          <p:spPr>
            <a:xfrm rot="16200000" flipV="1">
              <a:off x="592348" y="-53136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175F06D8-3CB9-0691-A0AF-A1931AF7C8C1}"/>
              </a:ext>
            </a:extLst>
          </p:cNvPr>
          <p:cNvGrpSpPr/>
          <p:nvPr userDrawn="1"/>
        </p:nvGrpSpPr>
        <p:grpSpPr>
          <a:xfrm rot="10800000">
            <a:off x="11233030" y="5988229"/>
            <a:ext cx="733245" cy="733245"/>
            <a:chOff x="225725" y="2494533"/>
            <a:chExt cx="733245" cy="733245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622511F4-9359-2FAE-041A-325A2BC10867}"/>
                </a:ext>
              </a:extLst>
            </p:cNvPr>
            <p:cNvCxnSpPr/>
            <p:nvPr userDrawn="1"/>
          </p:nvCxnSpPr>
          <p:spPr>
            <a:xfrm flipV="1">
              <a:off x="353684" y="2494533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276E7DD0-E965-F1D7-10C5-4D58405D6209}"/>
                </a:ext>
              </a:extLst>
            </p:cNvPr>
            <p:cNvCxnSpPr>
              <a:cxnSpLocks/>
            </p:cNvCxnSpPr>
            <p:nvPr userDrawn="1"/>
          </p:nvCxnSpPr>
          <p:spPr>
            <a:xfrm rot="16200000" flipV="1">
              <a:off x="592348" y="2250119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DADC4BF-FE32-584A-3BC3-0B1DFB87B194}"/>
              </a:ext>
            </a:extLst>
          </p:cNvPr>
          <p:cNvCxnSpPr>
            <a:cxnSpLocks/>
          </p:cNvCxnSpPr>
          <p:nvPr userDrawn="1"/>
        </p:nvCxnSpPr>
        <p:spPr>
          <a:xfrm>
            <a:off x="3094727" y="6547509"/>
            <a:ext cx="241539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8295AD6-1EA1-D8F7-7C92-B18363EF007D}"/>
              </a:ext>
            </a:extLst>
          </p:cNvPr>
          <p:cNvCxnSpPr>
            <a:cxnSpLocks/>
          </p:cNvCxnSpPr>
          <p:nvPr userDrawn="1"/>
        </p:nvCxnSpPr>
        <p:spPr>
          <a:xfrm flipH="1">
            <a:off x="6673251" y="6547509"/>
            <a:ext cx="241539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662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3FE0DE-AF28-31A2-02B0-E48F52B7E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마루 부리OTF 가는" panose="020B0600000101010101" pitchFamily="34" charset="-127"/>
                <a:ea typeface="마루 부리OTF 가는" panose="020B0600000101010101" pitchFamily="34" charset="-127"/>
              </a:defRPr>
            </a:lvl1pPr>
          </a:lstStyle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75F046-FB8B-E15D-481E-1199DD491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413" y="260289"/>
            <a:ext cx="543465" cy="395319"/>
          </a:xfrm>
        </p:spPr>
        <p:txBody>
          <a:bodyPr/>
          <a:lstStyle/>
          <a:p>
            <a:fld id="{799F3C2E-C46B-4DBF-95A4-B7A6069EE53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4692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83EE82-BAA9-28ED-53F9-4F931A8AD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18749" y="6356349"/>
            <a:ext cx="11545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defRPr>
            </a:lvl1pPr>
          </a:lstStyle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DF162B-8A73-F673-A4AD-AAE8E550C2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879" y="192775"/>
            <a:ext cx="510396" cy="3845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defRPr>
            </a:lvl1pPr>
          </a:lstStyle>
          <a:p>
            <a:fld id="{799F3C2E-C46B-4DBF-95A4-B7A6069EE53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8C74D6D9-55CE-5D6B-3663-19F0ACEE75D5}"/>
              </a:ext>
            </a:extLst>
          </p:cNvPr>
          <p:cNvGrpSpPr/>
          <p:nvPr userDrawn="1"/>
        </p:nvGrpSpPr>
        <p:grpSpPr>
          <a:xfrm>
            <a:off x="225725" y="191278"/>
            <a:ext cx="733245" cy="733245"/>
            <a:chOff x="225725" y="191278"/>
            <a:chExt cx="733245" cy="733245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76FE59A8-3A13-4DBF-848D-0A4B5F9B8F04}"/>
                </a:ext>
              </a:extLst>
            </p:cNvPr>
            <p:cNvCxnSpPr/>
            <p:nvPr userDrawn="1"/>
          </p:nvCxnSpPr>
          <p:spPr>
            <a:xfrm flipV="1">
              <a:off x="353684" y="191278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5A518FA-5657-6C47-1D47-B2BFC20026AC}"/>
                </a:ext>
              </a:extLst>
            </p:cNvPr>
            <p:cNvCxnSpPr>
              <a:cxnSpLocks/>
            </p:cNvCxnSpPr>
            <p:nvPr userDrawn="1"/>
          </p:nvCxnSpPr>
          <p:spPr>
            <a:xfrm rot="16200000" flipV="1">
              <a:off x="592348" y="-53136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B321921-3606-5ADE-F485-50A4B9E6E1C8}"/>
              </a:ext>
            </a:extLst>
          </p:cNvPr>
          <p:cNvGrpSpPr/>
          <p:nvPr userDrawn="1"/>
        </p:nvGrpSpPr>
        <p:grpSpPr>
          <a:xfrm rot="10800000">
            <a:off x="11233030" y="5988229"/>
            <a:ext cx="733245" cy="733245"/>
            <a:chOff x="225725" y="2494533"/>
            <a:chExt cx="733245" cy="733245"/>
          </a:xfrm>
        </p:grpSpPr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A82FE0F-27D4-74D7-332C-5C9331F832CD}"/>
                </a:ext>
              </a:extLst>
            </p:cNvPr>
            <p:cNvCxnSpPr/>
            <p:nvPr userDrawn="1"/>
          </p:nvCxnSpPr>
          <p:spPr>
            <a:xfrm flipV="1">
              <a:off x="353684" y="2494533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96DE33B7-835C-5480-6E5F-7A74EEADE292}"/>
                </a:ext>
              </a:extLst>
            </p:cNvPr>
            <p:cNvCxnSpPr>
              <a:cxnSpLocks/>
            </p:cNvCxnSpPr>
            <p:nvPr userDrawn="1"/>
          </p:nvCxnSpPr>
          <p:spPr>
            <a:xfrm rot="16200000" flipV="1">
              <a:off x="592348" y="2250119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그림 36">
            <a:extLst>
              <a:ext uri="{FF2B5EF4-FFF2-40B4-BE49-F238E27FC236}">
                <a16:creationId xmlns:a16="http://schemas.microsoft.com/office/drawing/2014/main" id="{6AD6205D-B609-2452-D290-A4DE110C8E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66" b="10603"/>
          <a:stretch/>
        </p:blipFill>
        <p:spPr>
          <a:xfrm>
            <a:off x="225725" y="6209799"/>
            <a:ext cx="470317" cy="456923"/>
          </a:xfrm>
          <a:prstGeom prst="rect">
            <a:avLst/>
          </a:prstGeom>
        </p:spPr>
      </p:pic>
      <p:sp>
        <p:nvSpPr>
          <p:cNvPr id="38" name="바닥글 개체 틀 4">
            <a:extLst>
              <a:ext uri="{FF2B5EF4-FFF2-40B4-BE49-F238E27FC236}">
                <a16:creationId xmlns:a16="http://schemas.microsoft.com/office/drawing/2014/main" id="{C0E0A9F9-BFED-2416-F40F-DD106DA58DA1}"/>
              </a:ext>
            </a:extLst>
          </p:cNvPr>
          <p:cNvSpPr txBox="1">
            <a:spLocks/>
          </p:cNvSpPr>
          <p:nvPr userDrawn="1"/>
        </p:nvSpPr>
        <p:spPr>
          <a:xfrm>
            <a:off x="5061909" y="136526"/>
            <a:ext cx="20681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2026 ALOHA 1</a:t>
            </a:r>
            <a:r>
              <a:rPr lang="ko-KR" altLang="en-US" dirty="0"/>
              <a:t>학기 멘토링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24350478-F844-BB21-FA6C-3CC25C1073D8}"/>
              </a:ext>
            </a:extLst>
          </p:cNvPr>
          <p:cNvCxnSpPr>
            <a:cxnSpLocks/>
          </p:cNvCxnSpPr>
          <p:nvPr userDrawn="1"/>
        </p:nvCxnSpPr>
        <p:spPr>
          <a:xfrm>
            <a:off x="3094727" y="6547509"/>
            <a:ext cx="241539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AA7F571-F1CD-87DD-6713-9CCF463C44AB}"/>
              </a:ext>
            </a:extLst>
          </p:cNvPr>
          <p:cNvCxnSpPr>
            <a:cxnSpLocks/>
          </p:cNvCxnSpPr>
          <p:nvPr userDrawn="1"/>
        </p:nvCxnSpPr>
        <p:spPr>
          <a:xfrm flipH="1">
            <a:off x="6673251" y="6547509"/>
            <a:ext cx="241539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2597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F94019-F726-1E6D-0E88-10F4330AF42D}"/>
              </a:ext>
            </a:extLst>
          </p:cNvPr>
          <p:cNvSpPr/>
          <p:nvPr/>
        </p:nvSpPr>
        <p:spPr>
          <a:xfrm>
            <a:off x="833536" y="4234933"/>
            <a:ext cx="6420703" cy="267422"/>
          </a:xfrm>
          <a:prstGeom prst="rect">
            <a:avLst/>
          </a:prstGeom>
          <a:gradFill flip="none" rotWithShape="1">
            <a:gsLst>
              <a:gs pos="0">
                <a:srgbClr val="DFF0F0"/>
              </a:gs>
              <a:gs pos="50000">
                <a:srgbClr val="D8D8F0"/>
              </a:gs>
              <a:gs pos="100000">
                <a:srgbClr val="F1D9F7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D30E43B8-2951-E15D-BD76-7F35D61508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DEC1C4-6E65-763D-88C9-C9873240F4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1</a:t>
            </a:fld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2047305-A02C-DD1E-B312-F3215FD81342}"/>
              </a:ext>
            </a:extLst>
          </p:cNvPr>
          <p:cNvGrpSpPr/>
          <p:nvPr/>
        </p:nvGrpSpPr>
        <p:grpSpPr>
          <a:xfrm>
            <a:off x="722811" y="577310"/>
            <a:ext cx="1932058" cy="533821"/>
            <a:chOff x="1271451" y="2719618"/>
            <a:chExt cx="1932058" cy="53382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A7C9B61-52A7-B26F-60AA-D2DC1991375C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4001C9F-D26D-C499-FAE9-918B1981B58A}"/>
                </a:ext>
              </a:extLst>
            </p:cNvPr>
            <p:cNvSpPr txBox="1"/>
            <p:nvPr/>
          </p:nvSpPr>
          <p:spPr>
            <a:xfrm>
              <a:off x="1382177" y="2853329"/>
              <a:ext cx="18213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 err="1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중급반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 </a:t>
              </a:r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주차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E99FB9E-EA1E-734D-F71F-83B64E922638}"/>
              </a:ext>
            </a:extLst>
          </p:cNvPr>
          <p:cNvSpPr txBox="1"/>
          <p:nvPr/>
        </p:nvSpPr>
        <p:spPr>
          <a:xfrm>
            <a:off x="833537" y="3118936"/>
            <a:ext cx="30764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dirty="0">
                <a:latin typeface="마루 부리OTF 굵은" panose="020B0600000101010101" pitchFamily="34" charset="-127"/>
                <a:ea typeface="마루 부리OTF 굵은" panose="020B0600000101010101" pitchFamily="34" charset="-127"/>
              </a:rPr>
              <a:t>동적 계획법</a:t>
            </a:r>
            <a:endParaRPr lang="en-US" altLang="ko-KR" sz="4400" dirty="0">
              <a:latin typeface="마루 부리OTF 굵은" panose="020B0600000101010101" pitchFamily="34" charset="-127"/>
              <a:ea typeface="마루 부리OTF 굵은" panose="020B0600000101010101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03DC33-A844-11CC-894B-5415B8862189}"/>
              </a:ext>
            </a:extLst>
          </p:cNvPr>
          <p:cNvSpPr txBox="1"/>
          <p:nvPr/>
        </p:nvSpPr>
        <p:spPr>
          <a:xfrm>
            <a:off x="833537" y="3888377"/>
            <a:ext cx="44662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&lt;Dynamic Programming&gt;</a:t>
            </a:r>
          </a:p>
        </p:txBody>
      </p:sp>
      <p:sp>
        <p:nvSpPr>
          <p:cNvPr id="48" name="바닥글 개체 틀 4">
            <a:extLst>
              <a:ext uri="{FF2B5EF4-FFF2-40B4-BE49-F238E27FC236}">
                <a16:creationId xmlns:a16="http://schemas.microsoft.com/office/drawing/2014/main" id="{1776CB56-E99B-DBFF-D8EA-E49C7345FACA}"/>
              </a:ext>
            </a:extLst>
          </p:cNvPr>
          <p:cNvSpPr txBox="1">
            <a:spLocks/>
          </p:cNvSpPr>
          <p:nvPr/>
        </p:nvSpPr>
        <p:spPr>
          <a:xfrm>
            <a:off x="9387697" y="385042"/>
            <a:ext cx="20681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dirty="0"/>
              <a:t>2026 ALOHA 1</a:t>
            </a:r>
            <a:r>
              <a:rPr lang="ko-KR" altLang="en-US" dirty="0"/>
              <a:t>학기 멘토링</a:t>
            </a:r>
          </a:p>
        </p:txBody>
      </p:sp>
    </p:spTree>
    <p:extLst>
      <p:ext uri="{BB962C8B-B14F-4D97-AF65-F5344CB8AC3E}">
        <p14:creationId xmlns:p14="http://schemas.microsoft.com/office/powerpoint/2010/main" val="183260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8AED3-9E2D-B716-6733-2300AEAE1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87716C61-5F42-24C2-C1DE-A1FDF1B39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7FA0299-98DF-8F80-B694-9E8D32156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E39D3C-4734-B739-AF19-B16B4CE66B3D}"/>
              </a:ext>
            </a:extLst>
          </p:cNvPr>
          <p:cNvSpPr txBox="1"/>
          <p:nvPr/>
        </p:nvSpPr>
        <p:spPr>
          <a:xfrm>
            <a:off x="833537" y="1927225"/>
            <a:ext cx="9547807" cy="36048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동적</a:t>
            </a:r>
            <a:r>
              <a:rPr lang="en-US" altLang="ko-KR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ko-KR" altLang="en-US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계획법</a:t>
            </a:r>
            <a:r>
              <a:rPr lang="en-US" altLang="ko-KR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(Dynamic Programming, DP)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은 문제의 </a:t>
            </a:r>
            <a:r>
              <a:rPr lang="ko-KR" altLang="en-US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재귀적인 구조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를 찾아 </a:t>
            </a:r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작은 문제의 답으로 큰 문제의 답을 구하는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문제해결 방식입니다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특정한 알고리즘이 아니라 사고의 패러다임 중 하나이기 때문에 </a:t>
            </a:r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DP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를 이해하려면 사례를 통해 문제를 재귀적으로 쪼개는 법을 익혀야 합니다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재귀에 대해 간단하게 한번 알아봅시다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C95D7DD-6E80-C1E0-B9A2-83525C882984}"/>
              </a:ext>
            </a:extLst>
          </p:cNvPr>
          <p:cNvGrpSpPr/>
          <p:nvPr/>
        </p:nvGrpSpPr>
        <p:grpSpPr>
          <a:xfrm>
            <a:off x="722811" y="577310"/>
            <a:ext cx="2082741" cy="750097"/>
            <a:chOff x="1271451" y="2719618"/>
            <a:chExt cx="2082741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C6A31AB-CA29-8F0B-97B3-1DC14B51CC52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3D00616-29CC-57E0-C39E-553A1A1EA0E7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동적 계획법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FB96656-6F48-8A56-2F1B-F92EA098A28E}"/>
                </a:ext>
              </a:extLst>
            </p:cNvPr>
            <p:cNvSpPr txBox="1"/>
            <p:nvPr/>
          </p:nvSpPr>
          <p:spPr>
            <a:xfrm>
              <a:off x="1382177" y="3192716"/>
              <a:ext cx="19720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&lt;Dynamic Programming&gt;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8294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3256D-5014-E19C-E25F-0D94CBFCA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C7DA0C63-6536-CCA1-7DA4-68DEFC955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0154CAE-062B-EF3A-DD60-CFAD0D378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9D18E1-5D28-0582-2321-0147A15A9656}"/>
              </a:ext>
            </a:extLst>
          </p:cNvPr>
          <p:cNvSpPr txBox="1"/>
          <p:nvPr/>
        </p:nvSpPr>
        <p:spPr>
          <a:xfrm>
            <a:off x="596536" y="1636765"/>
            <a:ext cx="5499464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재귀적 사고에 익숙해지기 위해 재귀함수에 대해 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간단히 살펴봅시다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오른쪽 코드는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부터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까지 순서대로 출력하는 함수입니다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f(5)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 호출되면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5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출력한 뒤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f(4)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호출합니다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f(4)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 호출되면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4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출력한 뒤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f(3)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을 호출합니다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...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f(1)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 호출되면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을 출력한 뒤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f(0)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을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출력하고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f(0)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 호출되면 아무것도 하지 않고 종료합니다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이후 호출 순서대로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f(1), f(2), ..., f(5)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 차례대로 종료됩니다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따라서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5, 4, 3, 2, 1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 순서대로 출력됩니다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09E2F14-C8DD-9F76-3CD5-AA2C0A786381}"/>
              </a:ext>
            </a:extLst>
          </p:cNvPr>
          <p:cNvGrpSpPr/>
          <p:nvPr/>
        </p:nvGrpSpPr>
        <p:grpSpPr>
          <a:xfrm>
            <a:off x="722811" y="577310"/>
            <a:ext cx="2082741" cy="750097"/>
            <a:chOff x="1271451" y="2719618"/>
            <a:chExt cx="2082741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3227518-C563-73C8-481C-E61FBE1229B7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9C00B3F-EFA0-D1E9-D5A9-8B991C45007C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동적 계획법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C3A6375-3984-581D-2B73-148E71379A73}"/>
                </a:ext>
              </a:extLst>
            </p:cNvPr>
            <p:cNvSpPr txBox="1"/>
            <p:nvPr/>
          </p:nvSpPr>
          <p:spPr>
            <a:xfrm>
              <a:off x="1382177" y="3192716"/>
              <a:ext cx="19720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&lt;Dynamic Programming&gt;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F00084E8-5F47-AA20-977B-D91C8ADFACFD}"/>
              </a:ext>
            </a:extLst>
          </p:cNvPr>
          <p:cNvGrpSpPr/>
          <p:nvPr/>
        </p:nvGrpSpPr>
        <p:grpSpPr>
          <a:xfrm>
            <a:off x="6811344" y="1514578"/>
            <a:ext cx="252549" cy="4676726"/>
            <a:chOff x="6803262" y="1327407"/>
            <a:chExt cx="252549" cy="4676726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97F3C8C3-DC47-D517-F731-379612E98C22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48359283-0FB7-95BD-F468-1A2C2F7BBC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F625AAF0-EB9B-203C-D7BC-E0D1B41535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7949E04-746F-1E9B-ADA0-D4610CC76C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1F10524-C536-2BF5-7388-D038FE7EF220}"/>
              </a:ext>
            </a:extLst>
          </p:cNvPr>
          <p:cNvSpPr txBox="1"/>
          <p:nvPr/>
        </p:nvSpPr>
        <p:spPr>
          <a:xfrm>
            <a:off x="7699739" y="2066047"/>
            <a:ext cx="351320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81541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EFCA6-12BE-3C37-B265-BAB59CE7F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45FBEFC-4B1C-0FD9-1378-5CEBB808F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E99671D-2AFA-085F-156D-BDA6906F3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AFB4DE-B65C-3DF0-9921-06051A1AEF00}"/>
              </a:ext>
            </a:extLst>
          </p:cNvPr>
          <p:cNvSpPr txBox="1"/>
          <p:nvPr/>
        </p:nvSpPr>
        <p:spPr>
          <a:xfrm>
            <a:off x="596535" y="1802637"/>
            <a:ext cx="5499464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오른쪽 코드는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부터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까지 출력하는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이전 슬라이드의 코드와 반대로 동작하는 코드입니다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f(5)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호출하면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f(4)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호출합니다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이후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재귀적으로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f(3), f(2), f(1), f(0)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 호출됩니다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f(0)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 종료되면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f(1)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으로 돌아와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을 출력하고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f(1)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 종료됩니다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이후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f(2)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 돌아와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2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출력하고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f(2)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도 종료됩니다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 과정이 반복되어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f(5)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까지 종료되면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1,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2,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3,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4, 5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순서대로 출력됩니다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EC4A60D-0B48-1BA1-57C0-17378043BF4B}"/>
              </a:ext>
            </a:extLst>
          </p:cNvPr>
          <p:cNvGrpSpPr/>
          <p:nvPr/>
        </p:nvGrpSpPr>
        <p:grpSpPr>
          <a:xfrm>
            <a:off x="722811" y="577310"/>
            <a:ext cx="2082741" cy="750097"/>
            <a:chOff x="1271451" y="2719618"/>
            <a:chExt cx="2082741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700FD39-13C2-1B57-5B5B-E470C07AA840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EBA1738-6AE0-870D-9355-36837457C691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동적 계획법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AC92BBE-5198-85EA-BAFF-DDF5A552B858}"/>
                </a:ext>
              </a:extLst>
            </p:cNvPr>
            <p:cNvSpPr txBox="1"/>
            <p:nvPr/>
          </p:nvSpPr>
          <p:spPr>
            <a:xfrm>
              <a:off x="1382177" y="3192716"/>
              <a:ext cx="19720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&lt;Dynamic Programming&gt;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393BB2E9-3882-F455-8D9C-25F144F92E64}"/>
              </a:ext>
            </a:extLst>
          </p:cNvPr>
          <p:cNvGrpSpPr/>
          <p:nvPr/>
        </p:nvGrpSpPr>
        <p:grpSpPr>
          <a:xfrm>
            <a:off x="5969725" y="1526377"/>
            <a:ext cx="252549" cy="4676726"/>
            <a:chOff x="6803262" y="1327407"/>
            <a:chExt cx="252549" cy="4676726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E51952E-ED8D-661D-1005-1046FA8C4B47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488C4350-D72F-8041-CF82-3C3041BA82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9C69E73A-308C-B6BE-4260-6081076AEFF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FCC08B52-8DD4-F8FD-B8D4-4E3758DC39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1EF3A74-E4A2-C8C3-F9BB-133E67E9D05E}"/>
              </a:ext>
            </a:extLst>
          </p:cNvPr>
          <p:cNvSpPr txBox="1"/>
          <p:nvPr/>
        </p:nvSpPr>
        <p:spPr>
          <a:xfrm>
            <a:off x="6673251" y="2095544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04524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90189-97BD-AFDE-652B-5AD0F9997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062123A8-508A-69A4-6C6B-E59D0FD93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95A37E2-20C8-B598-8554-DFDC8D160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D9B6C1-21E5-6238-2192-A513783C46CA}"/>
              </a:ext>
            </a:extLst>
          </p:cNvPr>
          <p:cNvSpPr txBox="1"/>
          <p:nvPr/>
        </p:nvSpPr>
        <p:spPr>
          <a:xfrm>
            <a:off x="596535" y="1802637"/>
            <a:ext cx="549946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일반적으로 재귀 함수는 해결하고자 하는 문제를 재귀적으로 쪼개어 설계합니다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예를 들어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부터 </a:t>
            </a: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까지 출력하기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는 </a:t>
            </a: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부터 </a:t>
            </a: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N-1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까지 출력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한 뒤 </a:t>
            </a: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출력하기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 생각할 수 있습니다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마찬가지로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부터 </a:t>
            </a: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까지 출력하기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는 </a:t>
            </a: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출력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한 뒤 </a:t>
            </a: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N-1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부터 </a:t>
            </a: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까지 출력하기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 생각할 수 있습니다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이를 바탕으로 오른쪽처럼 재귀 함수를 설계할 수 있습니다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7393948-0234-6F2F-43FD-699EEAD63DFC}"/>
              </a:ext>
            </a:extLst>
          </p:cNvPr>
          <p:cNvGrpSpPr/>
          <p:nvPr/>
        </p:nvGrpSpPr>
        <p:grpSpPr>
          <a:xfrm>
            <a:off x="722811" y="577310"/>
            <a:ext cx="2082741" cy="750097"/>
            <a:chOff x="1271451" y="2719618"/>
            <a:chExt cx="2082741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4E4D618-6FE1-992E-76FF-6B31B5ED0076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CD3E7EA-5A5C-CE9C-D5FA-84D51D788F20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동적 계획법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BEC3EC-67F5-0DC4-6CA5-6E3B89BFD0B3}"/>
                </a:ext>
              </a:extLst>
            </p:cNvPr>
            <p:cNvSpPr txBox="1"/>
            <p:nvPr/>
          </p:nvSpPr>
          <p:spPr>
            <a:xfrm>
              <a:off x="1382177" y="3192716"/>
              <a:ext cx="19720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&lt;Dynamic Programming&gt;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739234F4-0135-E9B6-E470-3AA3839B1DC5}"/>
              </a:ext>
            </a:extLst>
          </p:cNvPr>
          <p:cNvGrpSpPr/>
          <p:nvPr/>
        </p:nvGrpSpPr>
        <p:grpSpPr>
          <a:xfrm>
            <a:off x="6420702" y="1526377"/>
            <a:ext cx="252549" cy="4676726"/>
            <a:chOff x="6803262" y="1327407"/>
            <a:chExt cx="252549" cy="4676726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47271A7-6771-9594-39DA-F173BEF882FD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EA06FFD5-480F-1276-D156-9CA0499E00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5CBCDB56-8086-9FAE-D267-FDFF0F3EEA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FA934A4F-833F-5E7B-F71C-F0AC9DEF7D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6A5ECA2-FF8F-E902-DEEC-F8CA3A68E5DE}"/>
              </a:ext>
            </a:extLst>
          </p:cNvPr>
          <p:cNvSpPr txBox="1"/>
          <p:nvPr/>
        </p:nvSpPr>
        <p:spPr>
          <a:xfrm>
            <a:off x="7274985" y="1879581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print_1_to_N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print_1_to_N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print_N_to_1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print_N_to_1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168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77F6B-DEFA-4EFB-C59C-E586C78C0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5636C572-C611-813C-27C3-987B8A33D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5D2B667-E866-67D4-D1A2-9A4D61080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E2ABBC-F8F8-A06F-6977-86F8BB165B2A}"/>
              </a:ext>
            </a:extLst>
          </p:cNvPr>
          <p:cNvSpPr txBox="1"/>
          <p:nvPr/>
        </p:nvSpPr>
        <p:spPr>
          <a:xfrm>
            <a:off x="722811" y="1741195"/>
            <a:ext cx="5246914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재귀적인 구조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는 전체 문제를 풀기 위한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부분 문제가 전체 문제와 같은 구조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임을 의미합니다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예를 들어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피보나치 수의 계산을 생각해 봅시다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fib(6)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은 이전 두 항인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fib(5)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fib(4)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의 값을 더하여 구합니다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이때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fib(5)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fib(4)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의 값 또한 이전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두 항을 더하는 방식으로 계산됩니다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재귀적인 구조는 보통 점화식으로 나타낼 수 있기 때문에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처음 배우는 단계에서는 동적 계획법으로 문제를 푸는 과정을 문제에 대한 점화식을 찾는다고 생각해도 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C567085-20D6-762B-5EAA-B3C6815E487B}"/>
              </a:ext>
            </a:extLst>
          </p:cNvPr>
          <p:cNvGrpSpPr/>
          <p:nvPr/>
        </p:nvGrpSpPr>
        <p:grpSpPr>
          <a:xfrm>
            <a:off x="722811" y="577310"/>
            <a:ext cx="2082741" cy="750097"/>
            <a:chOff x="1271451" y="2719618"/>
            <a:chExt cx="2082741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EC59B33-50D1-F4A1-D2C9-CA3E0D79ADB9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5A0437C-3AE1-7695-5D31-7FDA431DCE87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동적 계획법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2A3CA4B-4E34-8203-2751-4EFBC9E5929C}"/>
                </a:ext>
              </a:extLst>
            </p:cNvPr>
            <p:cNvSpPr txBox="1"/>
            <p:nvPr/>
          </p:nvSpPr>
          <p:spPr>
            <a:xfrm>
              <a:off x="1382177" y="3192716"/>
              <a:ext cx="19720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&lt;Dynamic Programming&gt;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A74B2152-0348-8CB4-75C6-EED8468740BA}"/>
              </a:ext>
            </a:extLst>
          </p:cNvPr>
          <p:cNvGrpSpPr/>
          <p:nvPr/>
        </p:nvGrpSpPr>
        <p:grpSpPr>
          <a:xfrm>
            <a:off x="6195213" y="1562693"/>
            <a:ext cx="252549" cy="4676726"/>
            <a:chOff x="6803262" y="1327407"/>
            <a:chExt cx="252549" cy="4676726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563FFF81-55F3-155A-C466-3641BDE4AFCB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DA542943-3AF1-3C41-7BD9-30D5573406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629E2A02-4571-8E9E-0BC1-39842C702F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CB82F80D-5A9B-023E-3598-910EC3B9E4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8" name="Picture 4" descr="Will Rosenbaum | How Slow is Recursive Fibonacci?">
            <a:extLst>
              <a:ext uri="{FF2B5EF4-FFF2-40B4-BE49-F238E27FC236}">
                <a16:creationId xmlns:a16="http://schemas.microsoft.com/office/drawing/2014/main" id="{B0B0D014-5A3B-1C7E-FC89-CBFE4E49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3251" y="1741195"/>
            <a:ext cx="4926562" cy="2159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D392277-B913-B7F0-8A9B-B29C330EF4DB}"/>
                  </a:ext>
                </a:extLst>
              </p:cNvPr>
              <p:cNvSpPr txBox="1"/>
              <p:nvPr/>
            </p:nvSpPr>
            <p:spPr>
              <a:xfrm>
                <a:off x="6700288" y="4615870"/>
                <a:ext cx="5052793" cy="1025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𝑓𝑖𝑏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=0)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=1)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𝑓𝑖𝑏</m:t>
                                </m:r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𝑓𝑖𝑏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−2)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𝑜𝑡h𝑒𝑟𝑤𝑖𝑠𝑒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D392277-B913-B7F0-8A9B-B29C330EF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0288" y="4615870"/>
                <a:ext cx="5052793" cy="1025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0288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77F6B-DEFA-4EFB-C59C-E586C78C0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5636C572-C611-813C-27C3-987B8A33D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5D2B667-E866-67D4-D1A2-9A4D61080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E2ABBC-F8F8-A06F-6977-86F8BB165B2A}"/>
              </a:ext>
            </a:extLst>
          </p:cNvPr>
          <p:cNvSpPr txBox="1"/>
          <p:nvPr/>
        </p:nvSpPr>
        <p:spPr>
          <a:xfrm>
            <a:off x="722811" y="2213702"/>
            <a:ext cx="524691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동적 계획법으로 문제를 푸는 과정은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문제를 재귀적인 관계로 나타내기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ECE4F9"/>
              </a:highlight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점화식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계산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ECE4F9"/>
              </a:highlight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두 단계로 나눌 수 있습니다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점화식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계산은 보통 기계적으로 수행할 수 있으니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문제를 풀어 보며 재귀적인 관계를 세우는 연습을 먼저 한 뒤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점화식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계산하는 법을 배우겠습니다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C567085-20D6-762B-5EAA-B3C6815E487B}"/>
              </a:ext>
            </a:extLst>
          </p:cNvPr>
          <p:cNvGrpSpPr/>
          <p:nvPr/>
        </p:nvGrpSpPr>
        <p:grpSpPr>
          <a:xfrm>
            <a:off x="722811" y="577310"/>
            <a:ext cx="2082741" cy="750097"/>
            <a:chOff x="1271451" y="2719618"/>
            <a:chExt cx="2082741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EC59B33-50D1-F4A1-D2C9-CA3E0D79ADB9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5A0437C-3AE1-7695-5D31-7FDA431DCE87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동적 계획법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2A3CA4B-4E34-8203-2751-4EFBC9E5929C}"/>
                </a:ext>
              </a:extLst>
            </p:cNvPr>
            <p:cNvSpPr txBox="1"/>
            <p:nvPr/>
          </p:nvSpPr>
          <p:spPr>
            <a:xfrm>
              <a:off x="1382177" y="3192716"/>
              <a:ext cx="19720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&lt;Dynamic Programming&gt;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A74B2152-0348-8CB4-75C6-EED8468740BA}"/>
              </a:ext>
            </a:extLst>
          </p:cNvPr>
          <p:cNvGrpSpPr/>
          <p:nvPr/>
        </p:nvGrpSpPr>
        <p:grpSpPr>
          <a:xfrm>
            <a:off x="5969725" y="1526377"/>
            <a:ext cx="252549" cy="4676726"/>
            <a:chOff x="6803262" y="1327407"/>
            <a:chExt cx="252549" cy="4676726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563FFF81-55F3-155A-C466-3641BDE4AFCB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DA542943-3AF1-3C41-7BD9-30D5573406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629E2A02-4571-8E9E-0BC1-39842C702F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CB82F80D-5A9B-023E-3598-910EC3B9E4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492345ED-3BFF-0DEF-A422-6E1FC6B63A2B}"/>
              </a:ext>
            </a:extLst>
          </p:cNvPr>
          <p:cNvGrpSpPr/>
          <p:nvPr/>
        </p:nvGrpSpPr>
        <p:grpSpPr>
          <a:xfrm>
            <a:off x="7968210" y="1916167"/>
            <a:ext cx="2600263" cy="430887"/>
            <a:chOff x="1097620" y="1639465"/>
            <a:chExt cx="2600263" cy="430887"/>
          </a:xfrm>
        </p:grpSpPr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BA03D54C-205F-1695-EBE9-CE464E6CE6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97620" y="1740315"/>
              <a:ext cx="257839" cy="330033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7671466-26E4-5FD8-3289-14A7AF26C82E}"/>
                </a:ext>
              </a:extLst>
            </p:cNvPr>
            <p:cNvSpPr txBox="1"/>
            <p:nvPr/>
          </p:nvSpPr>
          <p:spPr>
            <a:xfrm>
              <a:off x="1355462" y="1639465"/>
              <a:ext cx="234242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1, 2, 3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 더하기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(BOJ #9095)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702BC407-9444-8C85-9D3F-DFC858026E2A}"/>
              </a:ext>
            </a:extLst>
          </p:cNvPr>
          <p:cNvSpPr txBox="1"/>
          <p:nvPr/>
        </p:nvSpPr>
        <p:spPr>
          <a:xfrm>
            <a:off x="6911550" y="3012899"/>
            <a:ext cx="4306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문제 설명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1D8986-EDF8-DAD1-90EE-62EB1CAB2097}"/>
              </a:ext>
            </a:extLst>
          </p:cNvPr>
          <p:cNvSpPr txBox="1"/>
          <p:nvPr/>
        </p:nvSpPr>
        <p:spPr>
          <a:xfrm>
            <a:off x="6911551" y="3429000"/>
            <a:ext cx="388027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정수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N(N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11)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 주어질 때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</a:t>
            </a:r>
            <a:b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</a:b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1, 2, 3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으로만 이루어져 있고 합이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인 수열을 만드는 경우의 수 구하기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순서가 다르면 다른 경우</a:t>
            </a:r>
            <a:b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</a:b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ex) 1 + 2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와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2 + 1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은 다른 경우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925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AE025-ABA4-38F0-4C22-FD309DA3F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590180F0-CA7A-3CE8-A2B8-8A156721A188}"/>
              </a:ext>
            </a:extLst>
          </p:cNvPr>
          <p:cNvSpPr/>
          <p:nvPr/>
        </p:nvSpPr>
        <p:spPr>
          <a:xfrm>
            <a:off x="8829040" y="2621280"/>
            <a:ext cx="342668" cy="1451956"/>
          </a:xfrm>
          <a:prstGeom prst="rect">
            <a:avLst/>
          </a:prstGeom>
          <a:solidFill>
            <a:srgbClr val="ECE4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5D0281F6-7F83-6000-6756-059906E39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12C2A0-1C41-0A4F-CB92-D19DEFC56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5A54DD-3609-EE9F-F8C8-B80C384D7BEC}"/>
              </a:ext>
            </a:extLst>
          </p:cNvPr>
          <p:cNvSpPr txBox="1"/>
          <p:nvPr/>
        </p:nvSpPr>
        <p:spPr>
          <a:xfrm>
            <a:off x="722811" y="2213702"/>
            <a:ext cx="6732812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 = 4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일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때의 답을 살펴봅시다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오른쪽처럼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7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가지가 있습니다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순서가 다르면 다른 경우이니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첫 번째 수를 기준으로 경우를 나누어 봅시다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첫 번째 수가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인 경우는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4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가지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2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인 경우는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2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가지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3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인 경우는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가지입니다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첫 번째 수가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일 때를 봅시다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첫 번째 수를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으로 고정하면 나머지 수들의 합은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3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 되어야 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따라서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첫 번째 수가 </a:t>
            </a: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인 경우의 수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1, 2, 3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으로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3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을 만드는 경우의 수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와 같습니다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0EC1388-261D-A553-58B1-DA6410945EDE}"/>
              </a:ext>
            </a:extLst>
          </p:cNvPr>
          <p:cNvGrpSpPr/>
          <p:nvPr/>
        </p:nvGrpSpPr>
        <p:grpSpPr>
          <a:xfrm>
            <a:off x="722811" y="577310"/>
            <a:ext cx="2082741" cy="750097"/>
            <a:chOff x="1271451" y="2719618"/>
            <a:chExt cx="2082741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F871D24-3A94-FB09-F009-78E95C7E27DE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224D2F6-2068-9EFF-276C-D2C0D003DBD5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동적 계획법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21D1C6F-D10D-1627-5CBE-8411494D4A70}"/>
                </a:ext>
              </a:extLst>
            </p:cNvPr>
            <p:cNvSpPr txBox="1"/>
            <p:nvPr/>
          </p:nvSpPr>
          <p:spPr>
            <a:xfrm>
              <a:off x="1382177" y="3192716"/>
              <a:ext cx="19720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&lt;Dynamic Programming&gt;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90829DDA-850B-458C-D2BC-8F578FDBFA4E}"/>
              </a:ext>
            </a:extLst>
          </p:cNvPr>
          <p:cNvGrpSpPr/>
          <p:nvPr/>
        </p:nvGrpSpPr>
        <p:grpSpPr>
          <a:xfrm>
            <a:off x="7797078" y="1526377"/>
            <a:ext cx="252549" cy="4676726"/>
            <a:chOff x="6803262" y="1327407"/>
            <a:chExt cx="252549" cy="4676726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F26B3C6-AD07-5AF1-6757-4A0701401AF4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CAF32F84-41EC-EB7A-3C2E-242C34227F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02BAA70F-A600-4260-8457-262043870B7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DEBC47C3-484F-945A-397C-B0BBC51F1A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DE80305-9336-6981-D5B8-7C759F477E5B}"/>
              </a:ext>
            </a:extLst>
          </p:cNvPr>
          <p:cNvSpPr txBox="1"/>
          <p:nvPr/>
        </p:nvSpPr>
        <p:spPr>
          <a:xfrm>
            <a:off x="8537150" y="2541301"/>
            <a:ext cx="2819399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+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+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+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 + 1 + 2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 + 2 + 1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 + 3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2 + 1 + 1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2 + 2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3 + 1</a:t>
            </a:r>
          </a:p>
        </p:txBody>
      </p:sp>
    </p:spTree>
    <p:extLst>
      <p:ext uri="{BB962C8B-B14F-4D97-AF65-F5344CB8AC3E}">
        <p14:creationId xmlns:p14="http://schemas.microsoft.com/office/powerpoint/2010/main" val="1080632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B2002-58DD-BD6A-E414-3E3BA7E50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95ACA282-8986-8A50-7E42-59ADDA5FF087}"/>
              </a:ext>
            </a:extLst>
          </p:cNvPr>
          <p:cNvSpPr/>
          <p:nvPr/>
        </p:nvSpPr>
        <p:spPr>
          <a:xfrm>
            <a:off x="8829040" y="4076700"/>
            <a:ext cx="406400" cy="720436"/>
          </a:xfrm>
          <a:prstGeom prst="rect">
            <a:avLst/>
          </a:prstGeom>
          <a:solidFill>
            <a:srgbClr val="ECE4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710BB4AA-C09E-9890-E5C1-390448010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6A9565E-826C-D19B-BFCE-A6FF556EC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6A504A-194B-46E5-78A9-165D23CBB91E}"/>
              </a:ext>
            </a:extLst>
          </p:cNvPr>
          <p:cNvSpPr txBox="1"/>
          <p:nvPr/>
        </p:nvSpPr>
        <p:spPr>
          <a:xfrm>
            <a:off x="722811" y="2213702"/>
            <a:ext cx="6732812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같은 논리로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첫 번째 수가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2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인 경우는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2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만드는 경우의 수와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3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인 경우는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을 만드는 경우의 수와 같습니다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세 가지 경우의 수를 모두 합치면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4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만드는 전체 경우의 수가 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을 만드는 경우의 수를 </a:t>
            </a: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f(N)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이라고 표현하면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f(4) = f(3) + f(2) + f(1)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과 같습니다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같은 논리로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f(5) = f(4) + f(3) + f(2)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일반화하면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f(N) = f(N-1) + f(N-2) + f(N-3)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이라는 점화식을 얻게 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8E8659F-40AF-7A65-1F81-D06FCA55B394}"/>
              </a:ext>
            </a:extLst>
          </p:cNvPr>
          <p:cNvGrpSpPr/>
          <p:nvPr/>
        </p:nvGrpSpPr>
        <p:grpSpPr>
          <a:xfrm>
            <a:off x="722811" y="577310"/>
            <a:ext cx="2082741" cy="750097"/>
            <a:chOff x="1271451" y="2719618"/>
            <a:chExt cx="2082741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2FAA2A4-8D99-4A36-8D8E-C8F4CEF61BDD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C753A4C-37C0-B803-C34B-F52D9CADB603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동적 계획법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9F49577-CDCF-3A50-5C8E-530C1C18EF6D}"/>
                </a:ext>
              </a:extLst>
            </p:cNvPr>
            <p:cNvSpPr txBox="1"/>
            <p:nvPr/>
          </p:nvSpPr>
          <p:spPr>
            <a:xfrm>
              <a:off x="1382177" y="3192716"/>
              <a:ext cx="19720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&lt;Dynamic Programming&gt;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4F947CB4-7420-72D0-348B-2D7ABC13493D}"/>
              </a:ext>
            </a:extLst>
          </p:cNvPr>
          <p:cNvGrpSpPr/>
          <p:nvPr/>
        </p:nvGrpSpPr>
        <p:grpSpPr>
          <a:xfrm>
            <a:off x="7455625" y="1526377"/>
            <a:ext cx="252549" cy="4676726"/>
            <a:chOff x="6803262" y="1327407"/>
            <a:chExt cx="252549" cy="4676726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84555BC9-062F-2886-7C02-606816164BB2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6C6B6707-97AE-B067-8CD9-38F2ED4940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F5F5A813-8A39-6DAA-B93D-5D2B45ADF6D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ED157C5-68CD-E738-7F9A-16366001FC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2053B72-CEBD-1505-DD3B-33AFB6A3D02D}"/>
              </a:ext>
            </a:extLst>
          </p:cNvPr>
          <p:cNvSpPr txBox="1"/>
          <p:nvPr/>
        </p:nvSpPr>
        <p:spPr>
          <a:xfrm>
            <a:off x="8537150" y="2541301"/>
            <a:ext cx="2819399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+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+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+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 + 1 + 2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 + 2 + 1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 + 3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2 + 1 + 1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2 + 2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3 + 1</a:t>
            </a:r>
          </a:p>
        </p:txBody>
      </p:sp>
    </p:spTree>
    <p:extLst>
      <p:ext uri="{BB962C8B-B14F-4D97-AF65-F5344CB8AC3E}">
        <p14:creationId xmlns:p14="http://schemas.microsoft.com/office/powerpoint/2010/main" val="3059334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C4A28-EE05-C82A-6BCD-F63E3FB87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54179CC0-49D2-C67E-57B6-8D937A77E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B7C2A95-A7F3-642A-14BF-95C0FC86E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9C839A-60E5-A8EA-DDBF-98C16F8CA9C2}"/>
              </a:ext>
            </a:extLst>
          </p:cNvPr>
          <p:cNvSpPr txBox="1"/>
          <p:nvPr/>
        </p:nvSpPr>
        <p:spPr>
          <a:xfrm>
            <a:off x="619125" y="2213702"/>
            <a:ext cx="5229221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동적 계획법은 작은 문제의 답으로 큰 문제의 답을 구하는 방식이라고 했습니다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어떤 문제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A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풀기 위해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B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의 답이 필요할 때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B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작은 문제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A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큰 문제라고 생각합니다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즉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문제의 크기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는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문제 사이의 종속성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에 따라 정의됩니다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예를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들어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앞서 살펴본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점화식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f(N) = f(N-1) + f(N-2) + f(N-3)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에서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f(N)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을 큰 문제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나머지를 작은 문제로 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390064D-21B1-F00E-FF4B-2F7E2541EAC9}"/>
              </a:ext>
            </a:extLst>
          </p:cNvPr>
          <p:cNvGrpSpPr/>
          <p:nvPr/>
        </p:nvGrpSpPr>
        <p:grpSpPr>
          <a:xfrm>
            <a:off x="722811" y="577310"/>
            <a:ext cx="2082741" cy="750097"/>
            <a:chOff x="1271451" y="2719618"/>
            <a:chExt cx="2082741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1A7B52F-0D77-6AB5-9065-BC516D5BC7CF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528E4D4-0E4D-0EB4-1CC5-27435AF19BED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동적 계획법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27CD1C0-2131-33E7-057D-8C665541267D}"/>
                </a:ext>
              </a:extLst>
            </p:cNvPr>
            <p:cNvSpPr txBox="1"/>
            <p:nvPr/>
          </p:nvSpPr>
          <p:spPr>
            <a:xfrm>
              <a:off x="1382177" y="3192716"/>
              <a:ext cx="19720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&lt;Dynamic Programming&gt;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40137EBD-444D-FE95-1871-E8C2C0699889}"/>
              </a:ext>
            </a:extLst>
          </p:cNvPr>
          <p:cNvGrpSpPr/>
          <p:nvPr/>
        </p:nvGrpSpPr>
        <p:grpSpPr>
          <a:xfrm>
            <a:off x="5969725" y="1526377"/>
            <a:ext cx="252549" cy="4676726"/>
            <a:chOff x="6803262" y="1327407"/>
            <a:chExt cx="252549" cy="4676726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DB09A9DF-BF10-DF14-FD70-3FB6300B55CF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019115BB-2DC1-033A-6B1B-EC325AE650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959076F5-6121-3796-4FE8-4C245D382E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7F6DCB17-1D63-D2F3-1872-DF1BA4FCD7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FD92B13B-1BD6-E6F5-961A-952746650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544" y="2213702"/>
            <a:ext cx="5414333" cy="30155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00440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2F79C-8C03-9726-20B2-B812060E6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BD45D1DC-9701-E333-3F63-471932683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DA1C61C-B934-1F20-740D-0ED36B6C6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39A948-22E8-DD0A-1758-6920B1298573}"/>
              </a:ext>
            </a:extLst>
          </p:cNvPr>
          <p:cNvSpPr txBox="1"/>
          <p:nvPr/>
        </p:nvSpPr>
        <p:spPr>
          <a:xfrm>
            <a:off x="619125" y="2213702"/>
            <a:ext cx="10674288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점화식을 계산하는 방식은 크게 </a:t>
            </a: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Top-down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방식과 </a:t>
            </a: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Bottom-up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방식으로 나뉩니다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Bottom-up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방식은 반복문을 통해 작은 문제부터 큰 문제 순서로 답을 구해가는 방식이며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Top-down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방식은 재귀 함수를 통해 큰 문제에서부터 작은 문제를 찾아가는 방식입니다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8CC931F-3AB7-F1C4-DBC2-66E143BB9F2A}"/>
              </a:ext>
            </a:extLst>
          </p:cNvPr>
          <p:cNvGrpSpPr/>
          <p:nvPr/>
        </p:nvGrpSpPr>
        <p:grpSpPr>
          <a:xfrm>
            <a:off x="722811" y="577310"/>
            <a:ext cx="2082741" cy="750097"/>
            <a:chOff x="1271451" y="2719618"/>
            <a:chExt cx="2082741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7165981-2FA6-F478-FF0F-6EA0EC43EBE6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468E8A0-21CC-494D-2F53-38F15D3BA2BD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동적 계획법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7431781-7D01-8BC8-5F52-7ABA263B76E0}"/>
                </a:ext>
              </a:extLst>
            </p:cNvPr>
            <p:cNvSpPr txBox="1"/>
            <p:nvPr/>
          </p:nvSpPr>
          <p:spPr>
            <a:xfrm>
              <a:off x="1382177" y="3192716"/>
              <a:ext cx="19720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&lt;Dynamic Programming&gt;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1510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81741-4147-3C14-71AF-59E322C66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48C8B427-1C13-A3A6-3341-7D95152DF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4A0B587-D327-94C9-D6F7-BDC2BCF1D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6ABB9F-6325-C302-3E90-BE9341DA28DE}"/>
              </a:ext>
            </a:extLst>
          </p:cNvPr>
          <p:cNvSpPr txBox="1"/>
          <p:nvPr/>
        </p:nvSpPr>
        <p:spPr>
          <a:xfrm>
            <a:off x="596534" y="2001987"/>
            <a:ext cx="577366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오른쪽 코드는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Bottom-up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방식으로 문제를 푸는 코드입니다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1, 2, 3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더하기 문제의 점화식은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f(N) = f(N-1) + f(N-2) + f(N-3)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이었습니다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 점화식은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≤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3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일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때는 적용할 수 없으니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N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≤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3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인 경우의 답은 미리 구해 두어야 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 문제에서는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 작을수록 작은 문제입니다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따라서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 작은 경우부터 차례로 답을 계산하면 문제의 답을 구할 수 있습니다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f(1), ..., f(N)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을 모두 구해두는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시간복잡도는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자명히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O(N)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8294739-3B66-E217-6424-1F3FD9F1AFB7}"/>
              </a:ext>
            </a:extLst>
          </p:cNvPr>
          <p:cNvGrpSpPr/>
          <p:nvPr/>
        </p:nvGrpSpPr>
        <p:grpSpPr>
          <a:xfrm>
            <a:off x="6370200" y="1526377"/>
            <a:ext cx="252549" cy="4676726"/>
            <a:chOff x="6803262" y="1327407"/>
            <a:chExt cx="252549" cy="4676726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D4A45E38-8F44-FA3A-59FD-37B13CAED76F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FC37571C-03F3-49D5-87B9-47F916E573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34CBA953-08DA-97B5-9C30-D4515CAEAD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229F2598-5C09-C231-B43E-B37C9C98A1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B705FD8-7D30-E1BF-F308-4E0628CCABF3}"/>
              </a:ext>
            </a:extLst>
          </p:cNvPr>
          <p:cNvSpPr txBox="1"/>
          <p:nvPr/>
        </p:nvSpPr>
        <p:spPr>
          <a:xfrm>
            <a:off x="6911376" y="1648748"/>
            <a:ext cx="609600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altLang="ko-K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+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+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1539958-1C9D-F465-38EF-A7C5E087E951}"/>
              </a:ext>
            </a:extLst>
          </p:cNvPr>
          <p:cNvGrpSpPr/>
          <p:nvPr/>
        </p:nvGrpSpPr>
        <p:grpSpPr>
          <a:xfrm>
            <a:off x="722811" y="577310"/>
            <a:ext cx="2082741" cy="750097"/>
            <a:chOff x="1271451" y="2719618"/>
            <a:chExt cx="2082741" cy="750097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D867158-50BB-B3A4-0B99-BA29D5C48516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1CFB949-8159-99E2-20DF-F738FCDDD56C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동적 계획법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69DC898-5903-DA0D-3F81-A9183B9BC24E}"/>
                </a:ext>
              </a:extLst>
            </p:cNvPr>
            <p:cNvSpPr txBox="1"/>
            <p:nvPr/>
          </p:nvSpPr>
          <p:spPr>
            <a:xfrm>
              <a:off x="1382177" y="3192716"/>
              <a:ext cx="19720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&lt;Dynamic Programming&gt;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0826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81E8A-C348-9D1D-8D95-00B204D69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07ED11C-3BEB-99C1-D67D-7BF2A73F3DC2}"/>
              </a:ext>
            </a:extLst>
          </p:cNvPr>
          <p:cNvSpPr/>
          <p:nvPr/>
        </p:nvSpPr>
        <p:spPr>
          <a:xfrm>
            <a:off x="6162748" y="3463364"/>
            <a:ext cx="7113035" cy="267787"/>
          </a:xfrm>
          <a:prstGeom prst="rect">
            <a:avLst/>
          </a:prstGeom>
          <a:solidFill>
            <a:srgbClr val="ECE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8161D155-1586-5E2E-D732-C4F49F9FB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5536BAD-7E84-0817-F505-6B37DB97F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EF4125-F13F-FA28-9E03-888177F120BF}"/>
              </a:ext>
            </a:extLst>
          </p:cNvPr>
          <p:cNvSpPr txBox="1"/>
          <p:nvPr/>
        </p:nvSpPr>
        <p:spPr>
          <a:xfrm>
            <a:off x="596534" y="2356634"/>
            <a:ext cx="5773663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오른쪽 코드는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Top-down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방식으로 문제를 푸는 코드입니다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Top-down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방식의 핵심은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계산 결과를 </a:t>
            </a:r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dp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배열에 저장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하고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이미 결과가 계산된 값은 다시 계산하지 않는 것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이를 </a:t>
            </a:r>
            <a:r>
              <a:rPr lang="ko-KR" altLang="en-US" sz="1600" dirty="0" err="1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메모이제이션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이라고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BDCA14F-B0E4-20D7-B663-19B9219C72B6}"/>
              </a:ext>
            </a:extLst>
          </p:cNvPr>
          <p:cNvGrpSpPr/>
          <p:nvPr/>
        </p:nvGrpSpPr>
        <p:grpSpPr>
          <a:xfrm>
            <a:off x="6036474" y="1526377"/>
            <a:ext cx="252549" cy="4676726"/>
            <a:chOff x="6803262" y="1327407"/>
            <a:chExt cx="252549" cy="4676726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65FFAB43-E792-1D98-05D7-AF6B08913AB4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30BF0B53-E150-FED1-8060-527D1D308A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03F92245-298E-3C9F-BD34-B961B2E805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432F222-6F90-C9B1-67F2-71DAB30A9E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0DF549A-4E68-7DBD-95E4-AA4144D34790}"/>
              </a:ext>
            </a:extLst>
          </p:cNvPr>
          <p:cNvSpPr txBox="1"/>
          <p:nvPr/>
        </p:nvSpPr>
        <p:spPr>
          <a:xfrm>
            <a:off x="6911376" y="1308813"/>
            <a:ext cx="60960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!=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++){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2743D50-A325-839E-6B62-027617DD699B}"/>
              </a:ext>
            </a:extLst>
          </p:cNvPr>
          <p:cNvGrpSpPr/>
          <p:nvPr/>
        </p:nvGrpSpPr>
        <p:grpSpPr>
          <a:xfrm>
            <a:off x="722811" y="577310"/>
            <a:ext cx="2082741" cy="750097"/>
            <a:chOff x="1271451" y="2719618"/>
            <a:chExt cx="2082741" cy="750097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E122EB5-9D6E-CB21-1842-D8B267017540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001132A-4E91-F382-D153-40476853E26C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동적 계획법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D322D75-FFC8-2B8E-0A29-20A6124A39CD}"/>
                </a:ext>
              </a:extLst>
            </p:cNvPr>
            <p:cNvSpPr txBox="1"/>
            <p:nvPr/>
          </p:nvSpPr>
          <p:spPr>
            <a:xfrm>
              <a:off x="1382177" y="3192716"/>
              <a:ext cx="19720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&lt;Dynamic Programming&gt;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773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115C8-0D2E-5D21-E19C-A7AFE5A77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393F85AC-9A7E-B79A-B06E-2562CCBB8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8BCDCD2-74D6-F1D4-A502-CE0E2F572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8668A3-1EB1-42DE-5F5E-7F0C77BE49B7}"/>
              </a:ext>
            </a:extLst>
          </p:cNvPr>
          <p:cNvSpPr txBox="1"/>
          <p:nvPr/>
        </p:nvSpPr>
        <p:spPr>
          <a:xfrm>
            <a:off x="463037" y="2356634"/>
            <a:ext cx="5566215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위 그림은 피보나치 수를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메모이제이션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없이 단순 재귀로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아래 그림은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메모이제이션을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수행하여 구하는 방식입니다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메모이제이션을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수행하지 않으면 이미 계산한 값에 대해서도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계속 재귀 호출을 수행하므로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필요 없는 계산이 너무 많아집니다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이때의 시간 복잡도는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O(2</a:t>
            </a:r>
            <a:r>
              <a:rPr lang="en-US" altLang="ko-KR" sz="16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E75A8A6-3DB0-6B0E-0451-04F22B034F69}"/>
              </a:ext>
            </a:extLst>
          </p:cNvPr>
          <p:cNvGrpSpPr/>
          <p:nvPr/>
        </p:nvGrpSpPr>
        <p:grpSpPr>
          <a:xfrm>
            <a:off x="6036474" y="1526377"/>
            <a:ext cx="252549" cy="4676726"/>
            <a:chOff x="6803262" y="1327407"/>
            <a:chExt cx="252549" cy="4676726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66832B7-DD3A-BAD0-29AF-7DD1F040C3A5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CBD2A3BA-CB13-A204-F293-362958186B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06943FBE-E9C3-B814-FE99-FEF370C5111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4ACDCCCB-09C7-7D15-F7C4-66B9AE0890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3BD6F87-7D56-C467-FAC5-6888DE2653A0}"/>
              </a:ext>
            </a:extLst>
          </p:cNvPr>
          <p:cNvGrpSpPr/>
          <p:nvPr/>
        </p:nvGrpSpPr>
        <p:grpSpPr>
          <a:xfrm>
            <a:off x="722811" y="577310"/>
            <a:ext cx="2082741" cy="750097"/>
            <a:chOff x="1271451" y="2719618"/>
            <a:chExt cx="2082741" cy="750097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869D8F9-3F65-BAA2-1219-87B5EA2F9FC0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6616D59-0745-991C-58C3-886010DA04AA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동적 계획법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7E5991A-88E5-0F38-93ED-D32EE2C1D02E}"/>
                </a:ext>
              </a:extLst>
            </p:cNvPr>
            <p:cNvSpPr txBox="1"/>
            <p:nvPr/>
          </p:nvSpPr>
          <p:spPr>
            <a:xfrm>
              <a:off x="1382177" y="3192716"/>
              <a:ext cx="19720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&lt;Dynamic Programming&gt;</a:t>
              </a:r>
            </a:p>
          </p:txBody>
        </p:sp>
      </p:grpSp>
      <p:pic>
        <p:nvPicPr>
          <p:cNvPr id="9" name="Picture 4" descr="Will Rosenbaum | How Slow is Recursive Fibonacci?">
            <a:extLst>
              <a:ext uri="{FF2B5EF4-FFF2-40B4-BE49-F238E27FC236}">
                <a16:creationId xmlns:a16="http://schemas.microsoft.com/office/drawing/2014/main" id="{2069B459-27E5-8E12-AA0B-651058AB5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3251" y="783586"/>
            <a:ext cx="4926562" cy="215986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Will Rosenbaum | How Slow is Recursive Fibonacci?">
            <a:extLst>
              <a:ext uri="{FF2B5EF4-FFF2-40B4-BE49-F238E27FC236}">
                <a16:creationId xmlns:a16="http://schemas.microsoft.com/office/drawing/2014/main" id="{BF5A76BB-0E04-3F82-B8D0-2F9649522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3251" y="3522452"/>
            <a:ext cx="4926562" cy="215986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곱하기 기호 10">
            <a:extLst>
              <a:ext uri="{FF2B5EF4-FFF2-40B4-BE49-F238E27FC236}">
                <a16:creationId xmlns:a16="http://schemas.microsoft.com/office/drawing/2014/main" id="{F63254C3-8A25-FAD1-4F53-D6FE9250D648}"/>
              </a:ext>
            </a:extLst>
          </p:cNvPr>
          <p:cNvSpPr/>
          <p:nvPr/>
        </p:nvSpPr>
        <p:spPr>
          <a:xfrm>
            <a:off x="8278501" y="4730361"/>
            <a:ext cx="1076325" cy="5676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곱하기 기호 17">
            <a:extLst>
              <a:ext uri="{FF2B5EF4-FFF2-40B4-BE49-F238E27FC236}">
                <a16:creationId xmlns:a16="http://schemas.microsoft.com/office/drawing/2014/main" id="{EFDB8B05-6FD5-6564-AC1D-00CE5E738FB6}"/>
              </a:ext>
            </a:extLst>
          </p:cNvPr>
          <p:cNvSpPr/>
          <p:nvPr/>
        </p:nvSpPr>
        <p:spPr>
          <a:xfrm>
            <a:off x="9071914" y="4730361"/>
            <a:ext cx="1076325" cy="5676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곱하기 기호 18">
            <a:extLst>
              <a:ext uri="{FF2B5EF4-FFF2-40B4-BE49-F238E27FC236}">
                <a16:creationId xmlns:a16="http://schemas.microsoft.com/office/drawing/2014/main" id="{02641D79-10F6-F91E-4C2C-6F34E1126AA7}"/>
              </a:ext>
            </a:extLst>
          </p:cNvPr>
          <p:cNvSpPr/>
          <p:nvPr/>
        </p:nvSpPr>
        <p:spPr>
          <a:xfrm>
            <a:off x="9883102" y="4288930"/>
            <a:ext cx="1076325" cy="5676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곱하기 기호 20">
            <a:extLst>
              <a:ext uri="{FF2B5EF4-FFF2-40B4-BE49-F238E27FC236}">
                <a16:creationId xmlns:a16="http://schemas.microsoft.com/office/drawing/2014/main" id="{9B030C55-FB82-680E-55ED-98C239620EDF}"/>
              </a:ext>
            </a:extLst>
          </p:cNvPr>
          <p:cNvSpPr/>
          <p:nvPr/>
        </p:nvSpPr>
        <p:spPr>
          <a:xfrm>
            <a:off x="9627851" y="4782437"/>
            <a:ext cx="1076325" cy="5676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곱하기 기호 21">
            <a:extLst>
              <a:ext uri="{FF2B5EF4-FFF2-40B4-BE49-F238E27FC236}">
                <a16:creationId xmlns:a16="http://schemas.microsoft.com/office/drawing/2014/main" id="{BA00178A-C263-F7AB-F871-ED65FD0DB056}"/>
              </a:ext>
            </a:extLst>
          </p:cNvPr>
          <p:cNvSpPr/>
          <p:nvPr/>
        </p:nvSpPr>
        <p:spPr>
          <a:xfrm>
            <a:off x="10242307" y="4782436"/>
            <a:ext cx="1076325" cy="5676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B62DF0-1FC7-4132-087C-0327960C885B}"/>
              </a:ext>
            </a:extLst>
          </p:cNvPr>
          <p:cNvSpPr txBox="1"/>
          <p:nvPr/>
        </p:nvSpPr>
        <p:spPr>
          <a:xfrm>
            <a:off x="8072762" y="5725962"/>
            <a:ext cx="3074627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메모이제이션을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 적용했을 때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, O(N)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37E4E7-76E1-6170-7EA3-52ACA6BB648D}"/>
              </a:ext>
            </a:extLst>
          </p:cNvPr>
          <p:cNvSpPr txBox="1"/>
          <p:nvPr/>
        </p:nvSpPr>
        <p:spPr>
          <a:xfrm>
            <a:off x="7817512" y="2943447"/>
            <a:ext cx="3074627" cy="579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메모이제이션을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 적용하지 않았을 때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,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O(2</a:t>
            </a:r>
            <a:r>
              <a:rPr lang="en-US" altLang="ko-KR" sz="11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)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9172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BAFD9-E186-A9E4-69C5-77A322DFC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AA8E8F19-4F86-B62C-0001-6FD1FBFE2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E06872F-5E74-516D-ACAA-5BA511BAE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6350B5-610F-D1BC-8965-851003A715E6}"/>
              </a:ext>
            </a:extLst>
          </p:cNvPr>
          <p:cNvSpPr txBox="1"/>
          <p:nvPr/>
        </p:nvSpPr>
        <p:spPr>
          <a:xfrm>
            <a:off x="463037" y="2356634"/>
            <a:ext cx="5566215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메모이제이션을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수행하면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한 번 계산한 값은 다시 계산하지 않으니 </a:t>
            </a:r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dp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배열을 채우는 시간만 고려하면 전체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시간복잡도가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따라서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메모이제이션을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수행하면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Bottom-up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방식과 같은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O(N)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시간복잡도를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가집니다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E763529-51B5-D9CF-7AB1-823C4E9C066F}"/>
              </a:ext>
            </a:extLst>
          </p:cNvPr>
          <p:cNvGrpSpPr/>
          <p:nvPr/>
        </p:nvGrpSpPr>
        <p:grpSpPr>
          <a:xfrm>
            <a:off x="6036474" y="1526377"/>
            <a:ext cx="252549" cy="4676726"/>
            <a:chOff x="6803262" y="1327407"/>
            <a:chExt cx="252549" cy="4676726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F0C41823-D308-DF8C-D075-6CC9DE29FA16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3DAF449A-78A0-78AF-81B8-5866A90E13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49450342-5848-5B95-6640-566016B90E9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783ECF40-DE36-7783-796B-36CA882C06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14D3271-729F-23E2-1F64-72CD43D08899}"/>
              </a:ext>
            </a:extLst>
          </p:cNvPr>
          <p:cNvGrpSpPr/>
          <p:nvPr/>
        </p:nvGrpSpPr>
        <p:grpSpPr>
          <a:xfrm>
            <a:off x="722811" y="577310"/>
            <a:ext cx="2082741" cy="750097"/>
            <a:chOff x="1271451" y="2719618"/>
            <a:chExt cx="2082741" cy="750097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4FFB817-E866-FF9A-5E12-AFB5B55BF486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31ED3E6-E161-EE4F-1FE5-2716F44F5073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동적 계획법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1B28040-685A-84CE-7459-B2C5BB4D1D68}"/>
                </a:ext>
              </a:extLst>
            </p:cNvPr>
            <p:cNvSpPr txBox="1"/>
            <p:nvPr/>
          </p:nvSpPr>
          <p:spPr>
            <a:xfrm>
              <a:off x="1382177" y="3192716"/>
              <a:ext cx="19720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&lt;Dynamic Programming&gt;</a:t>
              </a:r>
            </a:p>
          </p:txBody>
        </p:sp>
      </p:grpSp>
      <p:pic>
        <p:nvPicPr>
          <p:cNvPr id="41" name="Picture 4" descr="Will Rosenbaum | How Slow is Recursive Fibonacci?">
            <a:extLst>
              <a:ext uri="{FF2B5EF4-FFF2-40B4-BE49-F238E27FC236}">
                <a16:creationId xmlns:a16="http://schemas.microsoft.com/office/drawing/2014/main" id="{740D4DCD-491B-D14C-C742-320ECD68E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3251" y="783586"/>
            <a:ext cx="4926562" cy="215986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4" descr="Will Rosenbaum | How Slow is Recursive Fibonacci?">
            <a:extLst>
              <a:ext uri="{FF2B5EF4-FFF2-40B4-BE49-F238E27FC236}">
                <a16:creationId xmlns:a16="http://schemas.microsoft.com/office/drawing/2014/main" id="{92D9E861-145D-1CE3-E1A2-1D9C47392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3251" y="3522452"/>
            <a:ext cx="4926562" cy="215986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곱하기 기호 42">
            <a:extLst>
              <a:ext uri="{FF2B5EF4-FFF2-40B4-BE49-F238E27FC236}">
                <a16:creationId xmlns:a16="http://schemas.microsoft.com/office/drawing/2014/main" id="{FD99018B-EA19-B5C8-B214-0989781D4708}"/>
              </a:ext>
            </a:extLst>
          </p:cNvPr>
          <p:cNvSpPr/>
          <p:nvPr/>
        </p:nvSpPr>
        <p:spPr>
          <a:xfrm>
            <a:off x="8278501" y="4730361"/>
            <a:ext cx="1076325" cy="5676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곱하기 기호 43">
            <a:extLst>
              <a:ext uri="{FF2B5EF4-FFF2-40B4-BE49-F238E27FC236}">
                <a16:creationId xmlns:a16="http://schemas.microsoft.com/office/drawing/2014/main" id="{1DE013BA-5D1A-73EB-D969-A399102B8359}"/>
              </a:ext>
            </a:extLst>
          </p:cNvPr>
          <p:cNvSpPr/>
          <p:nvPr/>
        </p:nvSpPr>
        <p:spPr>
          <a:xfrm>
            <a:off x="9071914" y="4730361"/>
            <a:ext cx="1076325" cy="5676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곱하기 기호 44">
            <a:extLst>
              <a:ext uri="{FF2B5EF4-FFF2-40B4-BE49-F238E27FC236}">
                <a16:creationId xmlns:a16="http://schemas.microsoft.com/office/drawing/2014/main" id="{2C2FDE88-402A-A6AE-075C-F0894335528A}"/>
              </a:ext>
            </a:extLst>
          </p:cNvPr>
          <p:cNvSpPr/>
          <p:nvPr/>
        </p:nvSpPr>
        <p:spPr>
          <a:xfrm>
            <a:off x="9883102" y="4288930"/>
            <a:ext cx="1076325" cy="5676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곱하기 기호 45">
            <a:extLst>
              <a:ext uri="{FF2B5EF4-FFF2-40B4-BE49-F238E27FC236}">
                <a16:creationId xmlns:a16="http://schemas.microsoft.com/office/drawing/2014/main" id="{13852A64-67B2-C4C9-9B84-9B2324DEB6BB}"/>
              </a:ext>
            </a:extLst>
          </p:cNvPr>
          <p:cNvSpPr/>
          <p:nvPr/>
        </p:nvSpPr>
        <p:spPr>
          <a:xfrm>
            <a:off x="9627851" y="4782437"/>
            <a:ext cx="1076325" cy="5676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곱하기 기호 46">
            <a:extLst>
              <a:ext uri="{FF2B5EF4-FFF2-40B4-BE49-F238E27FC236}">
                <a16:creationId xmlns:a16="http://schemas.microsoft.com/office/drawing/2014/main" id="{FEF6008E-C307-80DA-552B-D8E601958DCD}"/>
              </a:ext>
            </a:extLst>
          </p:cNvPr>
          <p:cNvSpPr/>
          <p:nvPr/>
        </p:nvSpPr>
        <p:spPr>
          <a:xfrm>
            <a:off x="10242307" y="4782436"/>
            <a:ext cx="1076325" cy="5676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B4900F-782B-2EDA-3204-52377F0EFF21}"/>
              </a:ext>
            </a:extLst>
          </p:cNvPr>
          <p:cNvSpPr txBox="1"/>
          <p:nvPr/>
        </p:nvSpPr>
        <p:spPr>
          <a:xfrm>
            <a:off x="8072762" y="5725962"/>
            <a:ext cx="3074627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메모이제이션을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 적용했을 때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, O(N)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12C8B6C-6199-F2BD-567F-6E647A8AB458}"/>
              </a:ext>
            </a:extLst>
          </p:cNvPr>
          <p:cNvSpPr txBox="1"/>
          <p:nvPr/>
        </p:nvSpPr>
        <p:spPr>
          <a:xfrm>
            <a:off x="7817512" y="2943447"/>
            <a:ext cx="3074627" cy="579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메모이제이션을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 적용하지 않았을 때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,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O(2</a:t>
            </a:r>
            <a:r>
              <a:rPr lang="en-US" altLang="ko-KR" sz="11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)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76552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0636C-E7F9-04EF-8111-E14F7A96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001CF8A1-153C-E50A-CFCE-64BF0C93C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A1F797B-4D40-7130-B63A-58FF4750D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D35F30-3CAD-0DE4-BEB1-20BF25D2A350}"/>
              </a:ext>
            </a:extLst>
          </p:cNvPr>
          <p:cNvSpPr txBox="1"/>
          <p:nvPr/>
        </p:nvSpPr>
        <p:spPr>
          <a:xfrm>
            <a:off x="722811" y="1916167"/>
            <a:ext cx="52469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점화식이 조금 다르게 생긴 문제를 풀어봅시다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2E362E4-967D-7A10-856A-EA7414BA2992}"/>
              </a:ext>
            </a:extLst>
          </p:cNvPr>
          <p:cNvGrpSpPr/>
          <p:nvPr/>
        </p:nvGrpSpPr>
        <p:grpSpPr>
          <a:xfrm>
            <a:off x="722811" y="577310"/>
            <a:ext cx="2082741" cy="750097"/>
            <a:chOff x="1271451" y="2719618"/>
            <a:chExt cx="2082741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E582A1D-C76B-D784-0D91-93304768AD23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78033E9-00B3-15EE-03C4-A396F33E5A80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동적 계획법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777E3CE-51B1-1F69-77CA-07C55124E590}"/>
                </a:ext>
              </a:extLst>
            </p:cNvPr>
            <p:cNvSpPr txBox="1"/>
            <p:nvPr/>
          </p:nvSpPr>
          <p:spPr>
            <a:xfrm>
              <a:off x="1382177" y="3192716"/>
              <a:ext cx="19720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&lt;Dynamic Programming&gt;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7B6E4C81-5419-A93F-E6DD-747CB0692C8B}"/>
              </a:ext>
            </a:extLst>
          </p:cNvPr>
          <p:cNvGrpSpPr/>
          <p:nvPr/>
        </p:nvGrpSpPr>
        <p:grpSpPr>
          <a:xfrm>
            <a:off x="5022071" y="3159826"/>
            <a:ext cx="2147857" cy="430887"/>
            <a:chOff x="1097620" y="1639465"/>
            <a:chExt cx="2147857" cy="430887"/>
          </a:xfrm>
        </p:grpSpPr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418179A0-D733-8579-C008-994B56CDDE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97620" y="1740315"/>
              <a:ext cx="257839" cy="330033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17D213F-E476-7388-DB2E-4B13FABA3F0E}"/>
                </a:ext>
              </a:extLst>
            </p:cNvPr>
            <p:cNvSpPr txBox="1"/>
            <p:nvPr/>
          </p:nvSpPr>
          <p:spPr>
            <a:xfrm>
              <a:off x="1355462" y="1639465"/>
              <a:ext cx="189001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로 만들기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(BOJ #1463)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ADEDE93-0276-9C34-954A-E6B95F776C46}"/>
              </a:ext>
            </a:extLst>
          </p:cNvPr>
          <p:cNvSpPr txBox="1"/>
          <p:nvPr/>
        </p:nvSpPr>
        <p:spPr>
          <a:xfrm>
            <a:off x="2805552" y="4120382"/>
            <a:ext cx="4306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문제 설명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4DED0B-E90A-37D0-B1EF-C5FD770BDB79}"/>
              </a:ext>
            </a:extLst>
          </p:cNvPr>
          <p:cNvSpPr txBox="1"/>
          <p:nvPr/>
        </p:nvSpPr>
        <p:spPr>
          <a:xfrm>
            <a:off x="2805552" y="4536483"/>
            <a:ext cx="744945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수를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3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으로 나누거나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2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 나누거나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1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뺄 수 있음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정수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(1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≤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≤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10</a:t>
            </a:r>
            <a:r>
              <a:rPr lang="en-US" altLang="ko-KR" sz="16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6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)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을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으로 만들기 위해 필요한 연산 횟수의 최솟값 구하기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9972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77F6B-DEFA-4EFB-C59C-E586C78C0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5636C572-C611-813C-27C3-987B8A33D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5D2B667-E866-67D4-D1A2-9A4D61080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E2ABBC-F8F8-A06F-6977-86F8BB165B2A}"/>
              </a:ext>
            </a:extLst>
          </p:cNvPr>
          <p:cNvSpPr txBox="1"/>
          <p:nvPr/>
        </p:nvSpPr>
        <p:spPr>
          <a:xfrm>
            <a:off x="722811" y="2213702"/>
            <a:ext cx="10570602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예제를 살펴봅시다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10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을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 만들기 위해 몇 번의 연산이 필요할까요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얼핏 보면 매 순간마다 가능한 가장 작은 수로 만드는 전략이 성립할 것 같습니다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하지만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10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을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2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 나누면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10 - 5 - 4 - 2 - 1 4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번의 연산이 필요한 반면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10 - 9 - 3 - 1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처럼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3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번의 연산으로도 가능합니다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따라서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이러한 전략은 성립하지 않습니다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C567085-20D6-762B-5EAA-B3C6815E487B}"/>
              </a:ext>
            </a:extLst>
          </p:cNvPr>
          <p:cNvGrpSpPr/>
          <p:nvPr/>
        </p:nvGrpSpPr>
        <p:grpSpPr>
          <a:xfrm>
            <a:off x="722811" y="577310"/>
            <a:ext cx="2082741" cy="750097"/>
            <a:chOff x="1271451" y="2719618"/>
            <a:chExt cx="2082741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EC59B33-50D1-F4A1-D2C9-CA3E0D79ADB9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5A0437C-3AE1-7695-5D31-7FDA431DCE87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동적 계획법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2A3CA4B-4E34-8203-2751-4EFBC9E5929C}"/>
                </a:ext>
              </a:extLst>
            </p:cNvPr>
            <p:cNvSpPr txBox="1"/>
            <p:nvPr/>
          </p:nvSpPr>
          <p:spPr>
            <a:xfrm>
              <a:off x="1382177" y="3192716"/>
              <a:ext cx="19720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&lt;Dynamic Programming&gt;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4922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77F6B-DEFA-4EFB-C59C-E586C78C0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5636C572-C611-813C-27C3-987B8A33D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5D2B667-E866-67D4-D1A2-9A4D61080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E2ABBC-F8F8-A06F-6977-86F8BB165B2A}"/>
              </a:ext>
            </a:extLst>
          </p:cNvPr>
          <p:cNvSpPr txBox="1"/>
          <p:nvPr/>
        </p:nvSpPr>
        <p:spPr>
          <a:xfrm>
            <a:off x="722811" y="1666794"/>
            <a:ext cx="1057060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X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에서 연산을 한 번 수행하면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X-1, X/2,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X/3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중 하나가 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따라서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X-1, X/2, X/3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각각을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 만드는 최소 연산 횟수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모두 안다면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X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 만드는 횟수 또한 알 수 있습니다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X = 10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일 때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만드는 연산 횟수를 구해 봅시다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X-1 = 9, X/2 = 5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9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2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5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3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번의 연산으로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 만들 수 있습니다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따라서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10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에서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-1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연산을 수행하면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2 + 1 = 3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/2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연산을 수행하면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3 + 1 = 4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번의 연산으로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 만들 수 있습니다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이때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X-1, X/2, X/3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각각을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 만드는 횟수 또한 같은 방식으로 구할 수 있습니다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예를 들어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X-1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을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 만드는 횟수는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(X-1)-1, (X-1)/2, (X-1)/3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을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 만드는 횟수를 안다면 구할 수 있습니다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이러한 재귀 관계를 점화식으로 표현해 봅시다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X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</a:t>
            </a: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 만드는 최소 연산 횟수를 </a:t>
            </a: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F(X)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라고 정의하면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F(X) = min(F(X-1), F(X/2), F(X/3)) + 1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으로 나타낼 수 있습니다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C567085-20D6-762B-5EAA-B3C6815E487B}"/>
              </a:ext>
            </a:extLst>
          </p:cNvPr>
          <p:cNvGrpSpPr/>
          <p:nvPr/>
        </p:nvGrpSpPr>
        <p:grpSpPr>
          <a:xfrm>
            <a:off x="722811" y="577310"/>
            <a:ext cx="2082741" cy="750097"/>
            <a:chOff x="1271451" y="2719618"/>
            <a:chExt cx="2082741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EC59B33-50D1-F4A1-D2C9-CA3E0D79ADB9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5A0437C-3AE1-7695-5D31-7FDA431DCE87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동적 계획법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2A3CA4B-4E34-8203-2751-4EFBC9E5929C}"/>
                </a:ext>
              </a:extLst>
            </p:cNvPr>
            <p:cNvSpPr txBox="1"/>
            <p:nvPr/>
          </p:nvSpPr>
          <p:spPr>
            <a:xfrm>
              <a:off x="1382177" y="3192716"/>
              <a:ext cx="19720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&lt;Dynamic Programming&gt;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73430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8CB4A-1922-6301-87A2-EFC5CE9B5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E04F1620-2493-4413-C33C-54BDE42C7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BF7EE0A-62EC-1878-50BA-860AAD031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19</a:t>
            </a:fld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9B0DC8-C776-37E8-8C70-E86330A3D497}"/>
              </a:ext>
            </a:extLst>
          </p:cNvPr>
          <p:cNvSpPr txBox="1"/>
          <p:nvPr/>
        </p:nvSpPr>
        <p:spPr>
          <a:xfrm>
            <a:off x="596534" y="3213556"/>
            <a:ext cx="57736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Bottom-up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방식으로 문제를 푸는 코드입니다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10DCEC7-9326-FE1C-004F-1187A1C16934}"/>
              </a:ext>
            </a:extLst>
          </p:cNvPr>
          <p:cNvGrpSpPr/>
          <p:nvPr/>
        </p:nvGrpSpPr>
        <p:grpSpPr>
          <a:xfrm>
            <a:off x="6370200" y="1526377"/>
            <a:ext cx="252549" cy="4676726"/>
            <a:chOff x="6803262" y="1327407"/>
            <a:chExt cx="252549" cy="4676726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E3DEED3C-EDF8-55D3-5918-04AAD9C83890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42EA25BA-1476-4EF7-C8C0-AD60FEFE0B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4F547E1A-BA2D-FF0F-DF98-93D6D814178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8E4F615-8404-1E0F-E238-4BAE420612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9A2B694-1D1A-D200-6862-0568B8F9F3EB}"/>
              </a:ext>
            </a:extLst>
          </p:cNvPr>
          <p:cNvSpPr txBox="1"/>
          <p:nvPr/>
        </p:nvSpPr>
        <p:spPr>
          <a:xfrm>
            <a:off x="6911376" y="1648748"/>
            <a:ext cx="609600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altLang="ko-K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&lt;algorithm&gt;</a:t>
            </a:r>
            <a:endParaRPr lang="en-US" altLang="ko-K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1000005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n;</a:t>
            </a:r>
          </a:p>
          <a:p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n;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n;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[i-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+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]+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]+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[n];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858AFED-1412-3A27-4599-64EC4A070028}"/>
              </a:ext>
            </a:extLst>
          </p:cNvPr>
          <p:cNvGrpSpPr/>
          <p:nvPr/>
        </p:nvGrpSpPr>
        <p:grpSpPr>
          <a:xfrm>
            <a:off x="722811" y="577310"/>
            <a:ext cx="2082741" cy="750097"/>
            <a:chOff x="1271451" y="2719618"/>
            <a:chExt cx="2082741" cy="750097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CFB7B87-850E-A3D4-4BA0-3D816B18466F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201D59F-1440-9E47-5A75-4B5AB52BCD74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동적 계획법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2126AF3-5054-10D0-1210-7DA7DB95ADAC}"/>
                </a:ext>
              </a:extLst>
            </p:cNvPr>
            <p:cNvSpPr txBox="1"/>
            <p:nvPr/>
          </p:nvSpPr>
          <p:spPr>
            <a:xfrm>
              <a:off x="1382177" y="3192716"/>
              <a:ext cx="19720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&lt;Dynamic Programming&gt;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70375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7EFEE-31FE-2A89-6CF2-369227C0B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A91B5162-8CC3-7700-A9E0-46F52EAEC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EFE6529-2A5A-A169-8929-BBD697585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20</a:t>
            </a:fld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E128AA-80A9-087D-667F-3A3676247506}"/>
              </a:ext>
            </a:extLst>
          </p:cNvPr>
          <p:cNvSpPr txBox="1"/>
          <p:nvPr/>
        </p:nvSpPr>
        <p:spPr>
          <a:xfrm>
            <a:off x="596534" y="3213556"/>
            <a:ext cx="57736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Top-down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으로 문제를 푸는 코드입니다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AB10F15-8F1A-0AE4-39EF-53EFD58EB51A}"/>
              </a:ext>
            </a:extLst>
          </p:cNvPr>
          <p:cNvGrpSpPr/>
          <p:nvPr/>
        </p:nvGrpSpPr>
        <p:grpSpPr>
          <a:xfrm>
            <a:off x="6036474" y="1526377"/>
            <a:ext cx="252549" cy="4676726"/>
            <a:chOff x="6803262" y="1327407"/>
            <a:chExt cx="252549" cy="4676726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DD9421C-D560-BE10-0ECB-DA7C9C5A87FD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52AD0DC7-F625-AE3A-E5FE-AA982E76BF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B8ED4F23-3413-766E-6E4B-AEE38DECF2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0916E56A-6855-5E09-B0F2-670503C578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8074A92-B9BE-2BBD-89FE-0F98F27363FB}"/>
              </a:ext>
            </a:extLst>
          </p:cNvPr>
          <p:cNvSpPr txBox="1"/>
          <p:nvPr/>
        </p:nvSpPr>
        <p:spPr>
          <a:xfrm>
            <a:off x="6739926" y="1526377"/>
            <a:ext cx="60960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&lt;algorithm&gt;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1'000'005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N;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(x ==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[x])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[x];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[x] =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(x-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(x %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[x] =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[x],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(x/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(x %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[x] =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[x],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(x/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[x];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N;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(N);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F8E8F24-9F06-9F85-0867-1AB33F8A70BC}"/>
              </a:ext>
            </a:extLst>
          </p:cNvPr>
          <p:cNvGrpSpPr/>
          <p:nvPr/>
        </p:nvGrpSpPr>
        <p:grpSpPr>
          <a:xfrm>
            <a:off x="722811" y="577310"/>
            <a:ext cx="2082741" cy="750097"/>
            <a:chOff x="1271451" y="2719618"/>
            <a:chExt cx="2082741" cy="750097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ED85140-53CD-47A0-E948-437813DF0664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39F3D8F-EEBB-FA27-332F-6A5CBB990EE5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동적 계획법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3CA02A7-424D-82A7-8FBD-26140BB08ECC}"/>
                </a:ext>
              </a:extLst>
            </p:cNvPr>
            <p:cNvSpPr txBox="1"/>
            <p:nvPr/>
          </p:nvSpPr>
          <p:spPr>
            <a:xfrm>
              <a:off x="1382177" y="3192716"/>
              <a:ext cx="19720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&lt;Dynamic Programming&gt;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6538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21</a:t>
            </a:fld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940B603-25C1-7918-9544-F9B207AACE29}"/>
              </a:ext>
            </a:extLst>
          </p:cNvPr>
          <p:cNvGrpSpPr/>
          <p:nvPr/>
        </p:nvGrpSpPr>
        <p:grpSpPr>
          <a:xfrm>
            <a:off x="4920210" y="3087742"/>
            <a:ext cx="2600263" cy="430887"/>
            <a:chOff x="1097620" y="1639465"/>
            <a:chExt cx="2600263" cy="430887"/>
          </a:xfrm>
        </p:grpSpPr>
        <p:pic>
          <p:nvPicPr>
            <p:cNvPr id="10" name="그래픽 9">
              <a:extLst>
                <a:ext uri="{FF2B5EF4-FFF2-40B4-BE49-F238E27FC236}">
                  <a16:creationId xmlns:a16="http://schemas.microsoft.com/office/drawing/2014/main" id="{CD16BAC3-DA5F-32AF-823E-351C4F3101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97620" y="1740315"/>
              <a:ext cx="257839" cy="330033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BA6992B-F715-C0BF-7870-677BCEEFEC3E}"/>
                </a:ext>
              </a:extLst>
            </p:cNvPr>
            <p:cNvSpPr txBox="1"/>
            <p:nvPr/>
          </p:nvSpPr>
          <p:spPr>
            <a:xfrm>
              <a:off x="1355462" y="1639465"/>
              <a:ext cx="234242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2*N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 </a:t>
              </a:r>
              <a:r>
                <a:rPr lang="ko-KR" altLang="en-US" sz="1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타일링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(BOJ #11726)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F7D24FD-5A16-6D8E-2334-FFD0932D4E6E}"/>
              </a:ext>
            </a:extLst>
          </p:cNvPr>
          <p:cNvSpPr txBox="1"/>
          <p:nvPr/>
        </p:nvSpPr>
        <p:spPr>
          <a:xfrm>
            <a:off x="1406100" y="3788469"/>
            <a:ext cx="4306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문제 설명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471064-307C-DB9A-31F7-F9B8D41C2E2D}"/>
              </a:ext>
            </a:extLst>
          </p:cNvPr>
          <p:cNvSpPr txBox="1"/>
          <p:nvPr/>
        </p:nvSpPr>
        <p:spPr>
          <a:xfrm>
            <a:off x="1406098" y="4204570"/>
            <a:ext cx="8225582" cy="1211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2*N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크기의 직사각형을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1*2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직사각형으로 꽉 채우는 경우의 수 구하기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경우의 수를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10007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 나눈 나머지를 출력해야 함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 </a:t>
            </a:r>
            <a:r>
              <a:rPr lang="ko-KR" altLang="ko-KR" sz="1800" kern="1200" dirty="0">
                <a:solidFill>
                  <a:srgbClr val="262626"/>
                </a:solidFill>
                <a:effectLst/>
                <a:latin typeface="마루 부리OTF 가는" panose="020B0600000101010101" pitchFamily="34" charset="-127"/>
                <a:ea typeface="마루 부리OTF 가는" panose="020B0600000101010101" pitchFamily="34" charset="-127"/>
                <a:cs typeface="+mn-cs"/>
              </a:rPr>
              <a:t>≤</a:t>
            </a:r>
            <a:r>
              <a:rPr lang="en-US" altLang="ko-KR" sz="1600" kern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마루 부리OTF 가는" panose="020B0600000101010101" pitchFamily="34" charset="-127"/>
                <a:ea typeface="마루 부리OTF 가는" panose="020B0600000101010101" pitchFamily="34" charset="-127"/>
                <a:cs typeface="+mn-cs"/>
              </a:rPr>
              <a:t> 1000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38F50CD3-A853-FD83-0EF9-72BD035F3D5D}"/>
              </a:ext>
            </a:extLst>
          </p:cNvPr>
          <p:cNvGrpSpPr/>
          <p:nvPr/>
        </p:nvGrpSpPr>
        <p:grpSpPr>
          <a:xfrm>
            <a:off x="722811" y="577310"/>
            <a:ext cx="2082741" cy="750097"/>
            <a:chOff x="1271451" y="2719618"/>
            <a:chExt cx="2082741" cy="7500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652E43E-1177-601E-B150-F106401BDD0A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8509192-0533-2A61-55CF-D106D7C8A998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동적 계획법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42DCDDA-1055-A408-9F21-782163B9B869}"/>
                </a:ext>
              </a:extLst>
            </p:cNvPr>
            <p:cNvSpPr txBox="1"/>
            <p:nvPr/>
          </p:nvSpPr>
          <p:spPr>
            <a:xfrm>
              <a:off x="1382177" y="3192716"/>
              <a:ext cx="19720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&lt;Dynamic Programming&gt;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FF76569-DF1C-56A7-6995-047EAEDAC21A}"/>
              </a:ext>
            </a:extLst>
          </p:cNvPr>
          <p:cNvSpPr txBox="1"/>
          <p:nvPr/>
        </p:nvSpPr>
        <p:spPr>
          <a:xfrm>
            <a:off x="1406098" y="1906133"/>
            <a:ext cx="52671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문제를 재귀적으로 나누는 다른 예시를 살펴봅시다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43219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740F6-E531-EA72-6785-935E3AE52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4B79C047-37CE-3721-CB69-8B08D97DD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9C4D70E-015A-B90B-A0F5-968ED785C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22</a:t>
            </a:fld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B441DE7-8B41-0A5C-8223-748FF9E33D2A}"/>
              </a:ext>
            </a:extLst>
          </p:cNvPr>
          <p:cNvGrpSpPr/>
          <p:nvPr/>
        </p:nvGrpSpPr>
        <p:grpSpPr>
          <a:xfrm>
            <a:off x="722811" y="577310"/>
            <a:ext cx="2082741" cy="750097"/>
            <a:chOff x="1271451" y="2719618"/>
            <a:chExt cx="2082741" cy="7500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ED713D6-FD86-DA38-1EC9-734F9F2E600C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30F941D-7BA3-F9C2-DF8A-176D72D0C01B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동적 계획법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1B8DC2A-8D3E-9AA5-4E7C-C912A7124531}"/>
                </a:ext>
              </a:extLst>
            </p:cNvPr>
            <p:cNvSpPr txBox="1"/>
            <p:nvPr/>
          </p:nvSpPr>
          <p:spPr>
            <a:xfrm>
              <a:off x="1382177" y="3192716"/>
              <a:ext cx="19720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&lt;Dynamic Programming&gt;</a:t>
              </a:r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B7DD4A-0BC6-DC09-A1D6-0366366D3D18}"/>
              </a:ext>
            </a:extLst>
          </p:cNvPr>
          <p:cNvSpPr/>
          <p:nvPr/>
        </p:nvSpPr>
        <p:spPr>
          <a:xfrm>
            <a:off x="3525552" y="3175257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D13EF95-8AFE-B5C8-E005-1149EB5B5A72}"/>
              </a:ext>
            </a:extLst>
          </p:cNvPr>
          <p:cNvSpPr/>
          <p:nvPr/>
        </p:nvSpPr>
        <p:spPr>
          <a:xfrm rot="5400000">
            <a:off x="2679552" y="2377332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0EEEA7C-24A1-C173-0B88-B1CCB10B2B59}"/>
              </a:ext>
            </a:extLst>
          </p:cNvPr>
          <p:cNvSpPr/>
          <p:nvPr/>
        </p:nvSpPr>
        <p:spPr>
          <a:xfrm rot="5400000">
            <a:off x="2679552" y="3301257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FF084AA-F7F6-6FFF-2937-71E03D798929}"/>
              </a:ext>
            </a:extLst>
          </p:cNvPr>
          <p:cNvSpPr/>
          <p:nvPr/>
        </p:nvSpPr>
        <p:spPr>
          <a:xfrm rot="5400000">
            <a:off x="2931552" y="3301257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4F3ECE0-32DE-0FAE-ACC7-761A534EF49D}"/>
              </a:ext>
            </a:extLst>
          </p:cNvPr>
          <p:cNvSpPr/>
          <p:nvPr/>
        </p:nvSpPr>
        <p:spPr>
          <a:xfrm>
            <a:off x="3525552" y="3427257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57A2259-89F9-1C58-7438-4C46E92869C5}"/>
              </a:ext>
            </a:extLst>
          </p:cNvPr>
          <p:cNvSpPr/>
          <p:nvPr/>
        </p:nvSpPr>
        <p:spPr>
          <a:xfrm rot="5400000">
            <a:off x="2679552" y="4226925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53F284A-F16D-CEFE-4502-7B4FF2627D06}"/>
              </a:ext>
            </a:extLst>
          </p:cNvPr>
          <p:cNvSpPr/>
          <p:nvPr/>
        </p:nvSpPr>
        <p:spPr>
          <a:xfrm rot="5400000">
            <a:off x="2931552" y="4226925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A65C1C0-B85D-333B-2C18-9F1701526936}"/>
              </a:ext>
            </a:extLst>
          </p:cNvPr>
          <p:cNvSpPr/>
          <p:nvPr/>
        </p:nvSpPr>
        <p:spPr>
          <a:xfrm rot="5400000">
            <a:off x="3183552" y="4226925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D29D3CB-23F7-8E2A-8330-7CD67D368EB3}"/>
              </a:ext>
            </a:extLst>
          </p:cNvPr>
          <p:cNvSpPr/>
          <p:nvPr/>
        </p:nvSpPr>
        <p:spPr>
          <a:xfrm rot="5400000">
            <a:off x="3687551" y="4226925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B5CB257-D288-5BD1-4A09-A15C7E25BA3C}"/>
              </a:ext>
            </a:extLst>
          </p:cNvPr>
          <p:cNvSpPr/>
          <p:nvPr/>
        </p:nvSpPr>
        <p:spPr>
          <a:xfrm>
            <a:off x="4069426" y="4100925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C1CF17C-1C92-FBC2-EDED-50236E4E6A3E}"/>
              </a:ext>
            </a:extLst>
          </p:cNvPr>
          <p:cNvSpPr/>
          <p:nvPr/>
        </p:nvSpPr>
        <p:spPr>
          <a:xfrm>
            <a:off x="4069426" y="4352925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73921DB-F4B5-CE39-92C9-512293AD44F9}"/>
              </a:ext>
            </a:extLst>
          </p:cNvPr>
          <p:cNvSpPr/>
          <p:nvPr/>
        </p:nvSpPr>
        <p:spPr>
          <a:xfrm>
            <a:off x="4821901" y="4100925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A14B742-DE2C-1229-7451-95DF65B33E33}"/>
              </a:ext>
            </a:extLst>
          </p:cNvPr>
          <p:cNvSpPr/>
          <p:nvPr/>
        </p:nvSpPr>
        <p:spPr>
          <a:xfrm>
            <a:off x="4821901" y="4352925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43BAA07-A437-F84E-1512-75C6ED636A05}"/>
              </a:ext>
            </a:extLst>
          </p:cNvPr>
          <p:cNvSpPr/>
          <p:nvPr/>
        </p:nvSpPr>
        <p:spPr>
          <a:xfrm rot="5400000">
            <a:off x="5199901" y="4226925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A0F72BC-2639-5194-3949-171E150A9939}"/>
              </a:ext>
            </a:extLst>
          </p:cNvPr>
          <p:cNvSpPr/>
          <p:nvPr/>
        </p:nvSpPr>
        <p:spPr>
          <a:xfrm rot="5400000">
            <a:off x="2679552" y="5152593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CFD42A9-A62E-E3BF-4527-5829E893AE7A}"/>
              </a:ext>
            </a:extLst>
          </p:cNvPr>
          <p:cNvSpPr/>
          <p:nvPr/>
        </p:nvSpPr>
        <p:spPr>
          <a:xfrm rot="5400000">
            <a:off x="2931552" y="5152593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5B983D7-CE3A-94CA-314D-65701EBE87F8}"/>
              </a:ext>
            </a:extLst>
          </p:cNvPr>
          <p:cNvSpPr/>
          <p:nvPr/>
        </p:nvSpPr>
        <p:spPr>
          <a:xfrm rot="5400000">
            <a:off x="3183552" y="5152593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8450B06-E313-489E-ABEF-1B51177BADE2}"/>
              </a:ext>
            </a:extLst>
          </p:cNvPr>
          <p:cNvSpPr/>
          <p:nvPr/>
        </p:nvSpPr>
        <p:spPr>
          <a:xfrm rot="5400000">
            <a:off x="3435552" y="5152593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8FF7CED-872D-D96B-8575-92222C0DA427}"/>
              </a:ext>
            </a:extLst>
          </p:cNvPr>
          <p:cNvSpPr/>
          <p:nvPr/>
        </p:nvSpPr>
        <p:spPr>
          <a:xfrm rot="5400000">
            <a:off x="3943426" y="5152593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B37CB21-6242-D1D2-2BB6-84BE992F6E78}"/>
              </a:ext>
            </a:extLst>
          </p:cNvPr>
          <p:cNvSpPr/>
          <p:nvPr/>
        </p:nvSpPr>
        <p:spPr>
          <a:xfrm rot="5400000">
            <a:off x="4195426" y="5152593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05E24F8-45B5-FB1E-F105-F08F17E3BBD4}"/>
              </a:ext>
            </a:extLst>
          </p:cNvPr>
          <p:cNvSpPr/>
          <p:nvPr/>
        </p:nvSpPr>
        <p:spPr>
          <a:xfrm>
            <a:off x="4577301" y="5026593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757F16A-D38F-DD5E-FB2E-EF6BDABCF58C}"/>
              </a:ext>
            </a:extLst>
          </p:cNvPr>
          <p:cNvSpPr/>
          <p:nvPr/>
        </p:nvSpPr>
        <p:spPr>
          <a:xfrm>
            <a:off x="4577301" y="5278593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A36B8D4-8B94-0C73-F534-4A60BE666E41}"/>
              </a:ext>
            </a:extLst>
          </p:cNvPr>
          <p:cNvSpPr/>
          <p:nvPr/>
        </p:nvSpPr>
        <p:spPr>
          <a:xfrm rot="5400000">
            <a:off x="5199901" y="5152593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59CF484-1C7F-9A49-FA4F-B67025AF28E8}"/>
              </a:ext>
            </a:extLst>
          </p:cNvPr>
          <p:cNvSpPr/>
          <p:nvPr/>
        </p:nvSpPr>
        <p:spPr>
          <a:xfrm>
            <a:off x="5577552" y="5026593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E3C8A01-B7C1-B731-C9E4-17A59E5053E5}"/>
              </a:ext>
            </a:extLst>
          </p:cNvPr>
          <p:cNvSpPr/>
          <p:nvPr/>
        </p:nvSpPr>
        <p:spPr>
          <a:xfrm>
            <a:off x="5577552" y="5278593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21DDCC1-7207-EB5C-4D75-C3E19108E6F1}"/>
              </a:ext>
            </a:extLst>
          </p:cNvPr>
          <p:cNvSpPr/>
          <p:nvPr/>
        </p:nvSpPr>
        <p:spPr>
          <a:xfrm rot="5400000">
            <a:off x="5955552" y="5152593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A325A0F-D6A9-8791-30B5-82628EB377FA}"/>
              </a:ext>
            </a:extLst>
          </p:cNvPr>
          <p:cNvSpPr/>
          <p:nvPr/>
        </p:nvSpPr>
        <p:spPr>
          <a:xfrm>
            <a:off x="6585203" y="5026593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6FE0D17-3187-C34D-6D98-2BCC83DF8481}"/>
              </a:ext>
            </a:extLst>
          </p:cNvPr>
          <p:cNvSpPr/>
          <p:nvPr/>
        </p:nvSpPr>
        <p:spPr>
          <a:xfrm>
            <a:off x="6585203" y="5278593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E8D6F1A-EF34-4A5F-1B3C-CC0F0F12B553}"/>
              </a:ext>
            </a:extLst>
          </p:cNvPr>
          <p:cNvSpPr/>
          <p:nvPr/>
        </p:nvSpPr>
        <p:spPr>
          <a:xfrm rot="5400000">
            <a:off x="6963203" y="5152593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C22D120D-C6AA-4850-945A-E1FFEEB6F22F}"/>
              </a:ext>
            </a:extLst>
          </p:cNvPr>
          <p:cNvSpPr/>
          <p:nvPr/>
        </p:nvSpPr>
        <p:spPr>
          <a:xfrm rot="5400000">
            <a:off x="7215203" y="5152593"/>
            <a:ext cx="504000" cy="25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ABBC4DB7-6401-72DD-65C7-79A8F42DF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203" y="5026593"/>
            <a:ext cx="514350" cy="514350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0F5DBC20-EC1F-2F00-55F0-46988BB69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9553" y="5032686"/>
            <a:ext cx="514350" cy="51435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DA8C7F8B-591E-49CB-8148-77B70C93AF11}"/>
              </a:ext>
            </a:extLst>
          </p:cNvPr>
          <p:cNvSpPr txBox="1"/>
          <p:nvPr/>
        </p:nvSpPr>
        <p:spPr>
          <a:xfrm>
            <a:off x="1143975" y="2282446"/>
            <a:ext cx="52671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=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1: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가지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D324184-A3A7-2112-DAD0-0E2304D48E02}"/>
              </a:ext>
            </a:extLst>
          </p:cNvPr>
          <p:cNvSpPr txBox="1"/>
          <p:nvPr/>
        </p:nvSpPr>
        <p:spPr>
          <a:xfrm>
            <a:off x="1143974" y="3213556"/>
            <a:ext cx="52671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=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2: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2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가지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A08E427-7282-88D1-0E3C-93A60B36B01E}"/>
              </a:ext>
            </a:extLst>
          </p:cNvPr>
          <p:cNvSpPr txBox="1"/>
          <p:nvPr/>
        </p:nvSpPr>
        <p:spPr>
          <a:xfrm>
            <a:off x="1143974" y="4132872"/>
            <a:ext cx="52671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=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3: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3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가지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A7BD06F-8A47-63E7-52EB-F10373D7751B}"/>
              </a:ext>
            </a:extLst>
          </p:cNvPr>
          <p:cNvSpPr txBox="1"/>
          <p:nvPr/>
        </p:nvSpPr>
        <p:spPr>
          <a:xfrm>
            <a:off x="1143974" y="5058540"/>
            <a:ext cx="52671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=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4: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5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가지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05379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5A3A3-D710-1A7E-E594-1209A9ADF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C8C42C05-7DE0-8C7C-858A-E2638D937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6A4657D-780F-9C72-06FA-A5E6CE0BE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23</a:t>
            </a:fld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F67D960-3CE6-4F77-1B7A-8F3330E0DF8A}"/>
              </a:ext>
            </a:extLst>
          </p:cNvPr>
          <p:cNvGrpSpPr/>
          <p:nvPr/>
        </p:nvGrpSpPr>
        <p:grpSpPr>
          <a:xfrm>
            <a:off x="722811" y="577310"/>
            <a:ext cx="2082741" cy="750097"/>
            <a:chOff x="1271451" y="2719618"/>
            <a:chExt cx="2082741" cy="7500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88064B3-0993-244E-CFF5-7B5D3C174EBC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D7B99F1-C983-E439-FCD1-F2C2AADE7C09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동적 계획법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ECEB18B-2634-4BAA-6CD6-E62A76F032E3}"/>
                </a:ext>
              </a:extLst>
            </p:cNvPr>
            <p:cNvSpPr txBox="1"/>
            <p:nvPr/>
          </p:nvSpPr>
          <p:spPr>
            <a:xfrm>
              <a:off x="1382177" y="3192716"/>
              <a:ext cx="19720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&lt;Dynamic Programming&gt;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BF32F8F-5004-5128-E420-D6D03D0B23DD}"/>
              </a:ext>
            </a:extLst>
          </p:cNvPr>
          <p:cNvSpPr txBox="1"/>
          <p:nvPr/>
        </p:nvSpPr>
        <p:spPr>
          <a:xfrm>
            <a:off x="833537" y="2474892"/>
            <a:ext cx="915712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부터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4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까지 답을 구해 보니 수상하게 </a:t>
            </a:r>
            <a:r>
              <a:rPr lang="ko-KR" altLang="en-US" sz="16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피보나치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ko-KR" altLang="en-US" sz="16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수열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이 나옵니다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..!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실제로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2*N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직사각형을 채우는 경우의 수를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f(N)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이라고 하면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, 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점화식은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f(N) = f(N-1) + f(N-2)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간단하게 설명하면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가장 왼쪽 칸을 세로 블록으로 채우는 경우의 수가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f(N-1),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가로 블록으로 채우는 경우의 수가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f(N-2)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이기 때문입니다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99003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C3B0A-5B61-A2D6-6192-76F104E34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52F4C62-9F68-3DEF-C47A-6C09AF819E76}"/>
              </a:ext>
            </a:extLst>
          </p:cNvPr>
          <p:cNvSpPr/>
          <p:nvPr/>
        </p:nvSpPr>
        <p:spPr>
          <a:xfrm>
            <a:off x="6162748" y="3814338"/>
            <a:ext cx="7113035" cy="267787"/>
          </a:xfrm>
          <a:prstGeom prst="rect">
            <a:avLst/>
          </a:prstGeom>
          <a:solidFill>
            <a:srgbClr val="ECE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5F1A2A76-915F-1328-4167-201CDC897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0085629-BF5F-0C90-5709-40F022F0E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24</a:t>
            </a:fld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53FE2F-05E8-B9A4-0079-A07A2C904A96}"/>
              </a:ext>
            </a:extLst>
          </p:cNvPr>
          <p:cNvSpPr txBox="1"/>
          <p:nvPr/>
        </p:nvSpPr>
        <p:spPr>
          <a:xfrm>
            <a:off x="596535" y="2184856"/>
            <a:ext cx="543994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Top-down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으로 문제를 푸는 코드입니다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문제에서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10007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 나눈 나머지를 출력하라는 이유는 답이 너무 커져 표현 가능한 범위를 넘기 때문입니다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따라서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단순히 계산하고 출력할 때만 나머지를 취하면 이미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overflow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 난 상태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이므로 틀리게 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(a + b) % m = (a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%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m + b % m) % m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이므로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계산 중간중간마다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m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으로 나눈 나머지를 취해 주면 문제를 풀 수 있습니다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00B549C-FFFA-E78B-4EAC-708264621A54}"/>
              </a:ext>
            </a:extLst>
          </p:cNvPr>
          <p:cNvGrpSpPr/>
          <p:nvPr/>
        </p:nvGrpSpPr>
        <p:grpSpPr>
          <a:xfrm>
            <a:off x="6036474" y="1526377"/>
            <a:ext cx="252549" cy="4676726"/>
            <a:chOff x="6803262" y="1327407"/>
            <a:chExt cx="252549" cy="4676726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4549CC5A-C763-009A-7F6A-6E9C3031AA4C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E436832B-29A0-AD5A-38E8-4F32CA6E84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8A16C5B0-49CB-32EB-FEE3-F3D85F3CE9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05D75E58-AE63-13DC-0B15-682BB6AFED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F1CC435-39BD-A6C4-0208-FBD45ECDB840}"/>
              </a:ext>
            </a:extLst>
          </p:cNvPr>
          <p:cNvSpPr txBox="1"/>
          <p:nvPr/>
        </p:nvSpPr>
        <p:spPr>
          <a:xfrm>
            <a:off x="6739926" y="1855352"/>
            <a:ext cx="60960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1005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 ==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 ==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[n] != -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[n];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[n] = (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(n-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(n-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%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10007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[n];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n;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n;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-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(n);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ECE19B5-E5E9-9A5A-78C2-028CC4E0DDBC}"/>
              </a:ext>
            </a:extLst>
          </p:cNvPr>
          <p:cNvGrpSpPr/>
          <p:nvPr/>
        </p:nvGrpSpPr>
        <p:grpSpPr>
          <a:xfrm>
            <a:off x="722811" y="577310"/>
            <a:ext cx="2082741" cy="750097"/>
            <a:chOff x="1271451" y="2719618"/>
            <a:chExt cx="2082741" cy="750097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D30A036-0950-E521-1E86-8E516260C031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3C76E5D-3BFC-0AEF-F99C-0059FCDE38D1}"/>
                </a:ext>
              </a:extLst>
            </p:cNvPr>
            <p:cNvSpPr txBox="1"/>
            <p:nvPr/>
          </p:nvSpPr>
          <p:spPr>
            <a:xfrm>
              <a:off x="1382177" y="2853329"/>
              <a:ext cx="1677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동적 계획법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DC79A9A-DA64-C5CD-7772-33215F9BCFC2}"/>
                </a:ext>
              </a:extLst>
            </p:cNvPr>
            <p:cNvSpPr txBox="1"/>
            <p:nvPr/>
          </p:nvSpPr>
          <p:spPr>
            <a:xfrm>
              <a:off x="1382177" y="3192716"/>
              <a:ext cx="19720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&lt;Dynamic Programming&gt;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12729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25</a:t>
            </a:fld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ACD08AE-049C-8A3A-EF16-F057983F1B37}"/>
              </a:ext>
            </a:extLst>
          </p:cNvPr>
          <p:cNvGrpSpPr/>
          <p:nvPr/>
        </p:nvGrpSpPr>
        <p:grpSpPr>
          <a:xfrm>
            <a:off x="722811" y="577310"/>
            <a:ext cx="1540609" cy="533821"/>
            <a:chOff x="1271451" y="2719618"/>
            <a:chExt cx="1540609" cy="533821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FB599CE-3993-4839-130D-6BF86D0A327B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BA5B1F2-1A57-3B8B-05A3-63D1FE53DFE1}"/>
                </a:ext>
              </a:extLst>
            </p:cNvPr>
            <p:cNvSpPr txBox="1"/>
            <p:nvPr/>
          </p:nvSpPr>
          <p:spPr>
            <a:xfrm>
              <a:off x="1382177" y="2853329"/>
              <a:ext cx="14285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필수 문제</a:t>
              </a: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5845F97D-2539-02DD-72E9-6D2189492D56}"/>
              </a:ext>
            </a:extLst>
          </p:cNvPr>
          <p:cNvGrpSpPr/>
          <p:nvPr/>
        </p:nvGrpSpPr>
        <p:grpSpPr>
          <a:xfrm>
            <a:off x="1226608" y="3033708"/>
            <a:ext cx="3005291" cy="790584"/>
            <a:chOff x="834712" y="1761511"/>
            <a:chExt cx="2977902" cy="790584"/>
          </a:xfrm>
        </p:grpSpPr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E9783DE8-3012-B684-A746-41EF471D5F85}"/>
                </a:ext>
              </a:extLst>
            </p:cNvPr>
            <p:cNvGrpSpPr/>
            <p:nvPr/>
          </p:nvGrpSpPr>
          <p:grpSpPr>
            <a:xfrm>
              <a:off x="834712" y="1761511"/>
              <a:ext cx="2691981" cy="430887"/>
              <a:chOff x="1098795" y="1639465"/>
              <a:chExt cx="2691981" cy="430887"/>
            </a:xfrm>
          </p:grpSpPr>
          <p:pic>
            <p:nvPicPr>
              <p:cNvPr id="52" name="그래픽 51">
                <a:extLst>
                  <a:ext uri="{FF2B5EF4-FFF2-40B4-BE49-F238E27FC236}">
                    <a16:creationId xmlns:a16="http://schemas.microsoft.com/office/drawing/2014/main" id="{E05BC089-FFE4-E1A6-6A44-B9A2D2F492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1098795" y="1740314"/>
                <a:ext cx="255491" cy="330037"/>
              </a:xfrm>
              <a:prstGeom prst="rect">
                <a:avLst/>
              </a:prstGeom>
            </p:spPr>
          </p:pic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50F9633-BF76-DABA-8250-855F3C8481DD}"/>
                  </a:ext>
                </a:extLst>
              </p:cNvPr>
              <p:cNvSpPr txBox="1"/>
              <p:nvPr/>
            </p:nvSpPr>
            <p:spPr>
              <a:xfrm>
                <a:off x="1355462" y="1639465"/>
                <a:ext cx="24353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1, 2, 3 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더하기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#9095)</a:t>
                </a: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E1763E0-9CAF-CA03-7C8D-18F33F01DC76}"/>
                </a:ext>
              </a:extLst>
            </p:cNvPr>
            <p:cNvSpPr txBox="1"/>
            <p:nvPr/>
          </p:nvSpPr>
          <p:spPr>
            <a:xfrm>
              <a:off x="1091379" y="2227006"/>
              <a:ext cx="2721235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PPT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에서 해설한 문제입니다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.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C35799AD-10D9-9CAA-F032-3969189836A1}"/>
              </a:ext>
            </a:extLst>
          </p:cNvPr>
          <p:cNvGrpSpPr/>
          <p:nvPr/>
        </p:nvGrpSpPr>
        <p:grpSpPr>
          <a:xfrm>
            <a:off x="4782433" y="3033708"/>
            <a:ext cx="3637671" cy="790584"/>
            <a:chOff x="834712" y="1761511"/>
            <a:chExt cx="3604519" cy="790584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CA0BBF7F-0847-ECEE-C69C-63102D45BA7B}"/>
                </a:ext>
              </a:extLst>
            </p:cNvPr>
            <p:cNvGrpSpPr/>
            <p:nvPr/>
          </p:nvGrpSpPr>
          <p:grpSpPr>
            <a:xfrm>
              <a:off x="834712" y="1761511"/>
              <a:ext cx="2482146" cy="430887"/>
              <a:chOff x="1098795" y="1639465"/>
              <a:chExt cx="2482146" cy="430887"/>
            </a:xfrm>
          </p:grpSpPr>
          <p:pic>
            <p:nvPicPr>
              <p:cNvPr id="8" name="그래픽 7">
                <a:extLst>
                  <a:ext uri="{FF2B5EF4-FFF2-40B4-BE49-F238E27FC236}">
                    <a16:creationId xmlns:a16="http://schemas.microsoft.com/office/drawing/2014/main" id="{58D011C6-2AA2-BD51-D2DF-7044381BFC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1098795" y="1740314"/>
                <a:ext cx="255490" cy="330036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30D20A6-1750-C6A0-A1EA-1773465E7833}"/>
                  </a:ext>
                </a:extLst>
              </p:cNvPr>
              <p:cNvSpPr txBox="1"/>
              <p:nvPr/>
            </p:nvSpPr>
            <p:spPr>
              <a:xfrm>
                <a:off x="1355462" y="1639465"/>
                <a:ext cx="222547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1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로 만들기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#1463)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5D4297-8870-226B-EC2E-045DF34AB2B4}"/>
                </a:ext>
              </a:extLst>
            </p:cNvPr>
            <p:cNvSpPr txBox="1"/>
            <p:nvPr/>
          </p:nvSpPr>
          <p:spPr>
            <a:xfrm>
              <a:off x="1091379" y="2227006"/>
              <a:ext cx="3347852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PPT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에서 해설한 문제입니다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.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46CC8F9-8BD8-6879-9A2E-81C524A473A8}"/>
              </a:ext>
            </a:extLst>
          </p:cNvPr>
          <p:cNvGrpSpPr/>
          <p:nvPr/>
        </p:nvGrpSpPr>
        <p:grpSpPr>
          <a:xfrm>
            <a:off x="7960103" y="3033708"/>
            <a:ext cx="3637671" cy="790584"/>
            <a:chOff x="834712" y="1761511"/>
            <a:chExt cx="3604519" cy="790584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E4491B57-4417-449D-63EC-7ADDF441963C}"/>
                </a:ext>
              </a:extLst>
            </p:cNvPr>
            <p:cNvGrpSpPr/>
            <p:nvPr/>
          </p:nvGrpSpPr>
          <p:grpSpPr>
            <a:xfrm>
              <a:off x="834712" y="1761511"/>
              <a:ext cx="2482146" cy="430887"/>
              <a:chOff x="1098795" y="1639465"/>
              <a:chExt cx="2482146" cy="430887"/>
            </a:xfrm>
          </p:grpSpPr>
          <p:pic>
            <p:nvPicPr>
              <p:cNvPr id="15" name="그래픽 14">
                <a:extLst>
                  <a:ext uri="{FF2B5EF4-FFF2-40B4-BE49-F238E27FC236}">
                    <a16:creationId xmlns:a16="http://schemas.microsoft.com/office/drawing/2014/main" id="{9B6A386A-AF40-D131-6988-8F16A5EEE8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1098795" y="1740314"/>
                <a:ext cx="255490" cy="330036"/>
              </a:xfrm>
              <a:prstGeom prst="rect">
                <a:avLst/>
              </a:prstGeom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F9043D1-8E47-0C7A-CA3A-77A3B2749AAC}"/>
                  </a:ext>
                </a:extLst>
              </p:cNvPr>
              <p:cNvSpPr txBox="1"/>
              <p:nvPr/>
            </p:nvSpPr>
            <p:spPr>
              <a:xfrm>
                <a:off x="1355462" y="1639465"/>
                <a:ext cx="222547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2*N </a:t>
                </a:r>
                <a:r>
                  <a:rPr lang="ko-KR" alt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타일링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#11726)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9A652E9-6FF4-461F-4B67-BDB1C24F6E33}"/>
                </a:ext>
              </a:extLst>
            </p:cNvPr>
            <p:cNvSpPr txBox="1"/>
            <p:nvPr/>
          </p:nvSpPr>
          <p:spPr>
            <a:xfrm>
              <a:off x="1091379" y="2227006"/>
              <a:ext cx="3347852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PPT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에서 해설한 문제입니다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62073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26</a:t>
            </a:fld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ACD08AE-049C-8A3A-EF16-F057983F1B37}"/>
              </a:ext>
            </a:extLst>
          </p:cNvPr>
          <p:cNvGrpSpPr/>
          <p:nvPr/>
        </p:nvGrpSpPr>
        <p:grpSpPr>
          <a:xfrm>
            <a:off x="722811" y="577310"/>
            <a:ext cx="1540609" cy="533821"/>
            <a:chOff x="1271451" y="2719618"/>
            <a:chExt cx="1540609" cy="533821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FB599CE-3993-4839-130D-6BF86D0A327B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BA5B1F2-1A57-3B8B-05A3-63D1FE53DFE1}"/>
                </a:ext>
              </a:extLst>
            </p:cNvPr>
            <p:cNvSpPr txBox="1"/>
            <p:nvPr/>
          </p:nvSpPr>
          <p:spPr>
            <a:xfrm>
              <a:off x="1382177" y="2853329"/>
              <a:ext cx="14285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연습 문제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C5C2FC6D-389D-D4A9-1AEC-0C600FA49228}"/>
              </a:ext>
            </a:extLst>
          </p:cNvPr>
          <p:cNvGrpSpPr/>
          <p:nvPr/>
        </p:nvGrpSpPr>
        <p:grpSpPr>
          <a:xfrm>
            <a:off x="1226608" y="1895816"/>
            <a:ext cx="2859616" cy="790584"/>
            <a:chOff x="834712" y="1761511"/>
            <a:chExt cx="2833555" cy="790584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FD20311F-4272-09E8-53FE-53D8052071BF}"/>
                </a:ext>
              </a:extLst>
            </p:cNvPr>
            <p:cNvGrpSpPr/>
            <p:nvPr/>
          </p:nvGrpSpPr>
          <p:grpSpPr>
            <a:xfrm>
              <a:off x="834712" y="1761511"/>
              <a:ext cx="2691981" cy="430887"/>
              <a:chOff x="1098795" y="1639465"/>
              <a:chExt cx="2691981" cy="430887"/>
            </a:xfrm>
          </p:grpSpPr>
          <p:pic>
            <p:nvPicPr>
              <p:cNvPr id="25" name="그래픽 24">
                <a:extLst>
                  <a:ext uri="{FF2B5EF4-FFF2-40B4-BE49-F238E27FC236}">
                    <a16:creationId xmlns:a16="http://schemas.microsoft.com/office/drawing/2014/main" id="{DB518F71-0A29-0B11-876F-F7C5EC2732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1098795" y="1740314"/>
                <a:ext cx="255491" cy="330037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EDD8A97-1FE8-EF61-A86B-D59ED136E38C}"/>
                  </a:ext>
                </a:extLst>
              </p:cNvPr>
              <p:cNvSpPr txBox="1"/>
              <p:nvPr/>
            </p:nvSpPr>
            <p:spPr>
              <a:xfrm>
                <a:off x="1355462" y="1639465"/>
                <a:ext cx="24353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파도반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수열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#9461)</a:t>
                </a: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0C01080-1886-735C-34DC-578B7A027D39}"/>
                </a:ext>
              </a:extLst>
            </p:cNvPr>
            <p:cNvSpPr txBox="1"/>
            <p:nvPr/>
          </p:nvSpPr>
          <p:spPr>
            <a:xfrm>
              <a:off x="1091379" y="2227006"/>
              <a:ext cx="2576888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그림을 잘 보고 점화식을 세워 보세요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.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706DAA1-F5E7-B052-C851-2337FBCB1692}"/>
              </a:ext>
            </a:extLst>
          </p:cNvPr>
          <p:cNvGrpSpPr/>
          <p:nvPr/>
        </p:nvGrpSpPr>
        <p:grpSpPr>
          <a:xfrm>
            <a:off x="6446308" y="1895816"/>
            <a:ext cx="2859616" cy="1298415"/>
            <a:chOff x="834712" y="1761511"/>
            <a:chExt cx="2833555" cy="1298415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A1B4FEAB-7E11-6387-13A8-FC3C8491D1D4}"/>
                </a:ext>
              </a:extLst>
            </p:cNvPr>
            <p:cNvGrpSpPr/>
            <p:nvPr/>
          </p:nvGrpSpPr>
          <p:grpSpPr>
            <a:xfrm>
              <a:off x="834712" y="1761511"/>
              <a:ext cx="2691981" cy="430887"/>
              <a:chOff x="1098795" y="1639465"/>
              <a:chExt cx="2691981" cy="430887"/>
            </a:xfrm>
          </p:grpSpPr>
          <p:pic>
            <p:nvPicPr>
              <p:cNvPr id="30" name="그래픽 29">
                <a:extLst>
                  <a:ext uri="{FF2B5EF4-FFF2-40B4-BE49-F238E27FC236}">
                    <a16:creationId xmlns:a16="http://schemas.microsoft.com/office/drawing/2014/main" id="{B7106E5D-D35A-7600-11E5-772F2E645A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1098795" y="1740314"/>
                <a:ext cx="255491" cy="330037"/>
              </a:xfrm>
              <a:prstGeom prst="rect">
                <a:avLst/>
              </a:prstGeom>
            </p:spPr>
          </p:pic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E236223-B00E-8BE9-D64D-D5FB369DC29D}"/>
                  </a:ext>
                </a:extLst>
              </p:cNvPr>
              <p:cNvSpPr txBox="1"/>
              <p:nvPr/>
            </p:nvSpPr>
            <p:spPr>
              <a:xfrm>
                <a:off x="1355462" y="1639465"/>
                <a:ext cx="24353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돌 게임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3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#9657)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49A6513-8E43-1071-2AD9-1EA455049FB3}"/>
                </a:ext>
              </a:extLst>
            </p:cNvPr>
            <p:cNvSpPr txBox="1"/>
            <p:nvPr/>
          </p:nvSpPr>
          <p:spPr>
            <a:xfrm>
              <a:off x="1091379" y="2227006"/>
              <a:ext cx="2576888" cy="8329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턴제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 게임은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DP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로 나타낼 수 있습니다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!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현재 상태에서 선공의 승리 여부를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DP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로 나타내 보세요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.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2BD7E3DE-A12A-3CE7-9BAC-EE129C9693E8}"/>
              </a:ext>
            </a:extLst>
          </p:cNvPr>
          <p:cNvGrpSpPr/>
          <p:nvPr/>
        </p:nvGrpSpPr>
        <p:grpSpPr>
          <a:xfrm>
            <a:off x="1226608" y="3370688"/>
            <a:ext cx="3183828" cy="790584"/>
            <a:chOff x="834712" y="1761511"/>
            <a:chExt cx="3154812" cy="790584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DD5F01CE-87D8-9D2D-2DA3-0ADC03FF6CAC}"/>
                </a:ext>
              </a:extLst>
            </p:cNvPr>
            <p:cNvGrpSpPr/>
            <p:nvPr/>
          </p:nvGrpSpPr>
          <p:grpSpPr>
            <a:xfrm>
              <a:off x="834712" y="1761511"/>
              <a:ext cx="2691981" cy="430887"/>
              <a:chOff x="1098795" y="1639465"/>
              <a:chExt cx="2691981" cy="430887"/>
            </a:xfrm>
          </p:grpSpPr>
          <p:pic>
            <p:nvPicPr>
              <p:cNvPr id="35" name="그래픽 34">
                <a:extLst>
                  <a:ext uri="{FF2B5EF4-FFF2-40B4-BE49-F238E27FC236}">
                    <a16:creationId xmlns:a16="http://schemas.microsoft.com/office/drawing/2014/main" id="{9C0302CF-600A-1CCD-5BE1-7575EFEAA0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1098795" y="1740314"/>
                <a:ext cx="255491" cy="330036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5F7FF30-0A1E-902C-5710-EF7D8368B4AF}"/>
                  </a:ext>
                </a:extLst>
              </p:cNvPr>
              <p:cNvSpPr txBox="1"/>
              <p:nvPr/>
            </p:nvSpPr>
            <p:spPr>
              <a:xfrm>
                <a:off x="1355462" y="1639465"/>
                <a:ext cx="24353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이항 계수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2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#11051)</a:t>
                </a: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D049DAC-171F-DF7F-16E3-CEB3DD2D9F30}"/>
                </a:ext>
              </a:extLst>
            </p:cNvPr>
            <p:cNvSpPr txBox="1"/>
            <p:nvPr/>
          </p:nvSpPr>
          <p:spPr>
            <a:xfrm>
              <a:off x="1091378" y="2227006"/>
              <a:ext cx="2898146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조합 역시 점화식으로 나타낼 수 있습니다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.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FA2A7DD7-796A-2D18-99A0-A45E794245CC}"/>
              </a:ext>
            </a:extLst>
          </p:cNvPr>
          <p:cNvGrpSpPr/>
          <p:nvPr/>
        </p:nvGrpSpPr>
        <p:grpSpPr>
          <a:xfrm>
            <a:off x="6446308" y="4872805"/>
            <a:ext cx="3386386" cy="1044500"/>
            <a:chOff x="834712" y="1761511"/>
            <a:chExt cx="3355524" cy="1044500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57E8D62E-3B84-6F9B-49A3-E33CD7063A61}"/>
                </a:ext>
              </a:extLst>
            </p:cNvPr>
            <p:cNvGrpSpPr/>
            <p:nvPr/>
          </p:nvGrpSpPr>
          <p:grpSpPr>
            <a:xfrm>
              <a:off x="834712" y="1761511"/>
              <a:ext cx="2691981" cy="430887"/>
              <a:chOff x="1098795" y="1639465"/>
              <a:chExt cx="2691981" cy="430887"/>
            </a:xfrm>
          </p:grpSpPr>
          <p:pic>
            <p:nvPicPr>
              <p:cNvPr id="40" name="그래픽 39">
                <a:extLst>
                  <a:ext uri="{FF2B5EF4-FFF2-40B4-BE49-F238E27FC236}">
                    <a16:creationId xmlns:a16="http://schemas.microsoft.com/office/drawing/2014/main" id="{8488BA6B-4F4F-68C5-DEF8-4BDAD675B3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1098795" y="1740314"/>
                <a:ext cx="255490" cy="330036"/>
              </a:xfrm>
              <a:prstGeom prst="rect">
                <a:avLst/>
              </a:prstGeom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D5A4A9D-B1E8-A22F-D4E2-DFF3B769ED6A}"/>
                  </a:ext>
                </a:extLst>
              </p:cNvPr>
              <p:cNvSpPr txBox="1"/>
              <p:nvPr/>
            </p:nvSpPr>
            <p:spPr>
              <a:xfrm>
                <a:off x="1355462" y="1639465"/>
                <a:ext cx="24353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포도주 시식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#2156)</a:t>
                </a: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FA00ABC-B308-06F6-0E8D-3E746EE91FC0}"/>
                </a:ext>
              </a:extLst>
            </p:cNvPr>
            <p:cNvSpPr txBox="1"/>
            <p:nvPr/>
          </p:nvSpPr>
          <p:spPr>
            <a:xfrm>
              <a:off x="1091379" y="2227006"/>
              <a:ext cx="3098857" cy="579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포도주를 지금까지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0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잔 마신 경우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, 1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잔 마신 경우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, 2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잔 마신 경우를 분리해서 생각해 봅시다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.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32E819C1-4EFF-2F70-0734-5E3D7916B1C9}"/>
              </a:ext>
            </a:extLst>
          </p:cNvPr>
          <p:cNvGrpSpPr/>
          <p:nvPr/>
        </p:nvGrpSpPr>
        <p:grpSpPr>
          <a:xfrm>
            <a:off x="6446308" y="3423586"/>
            <a:ext cx="3954992" cy="1044500"/>
            <a:chOff x="834712" y="1761511"/>
            <a:chExt cx="3918948" cy="1044500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699B165B-829A-E577-F7AE-7B48F72EE2D1}"/>
                </a:ext>
              </a:extLst>
            </p:cNvPr>
            <p:cNvGrpSpPr/>
            <p:nvPr/>
          </p:nvGrpSpPr>
          <p:grpSpPr>
            <a:xfrm>
              <a:off x="834712" y="1761511"/>
              <a:ext cx="3918948" cy="430887"/>
              <a:chOff x="1098795" y="1639465"/>
              <a:chExt cx="3918948" cy="430887"/>
            </a:xfrm>
          </p:grpSpPr>
          <p:pic>
            <p:nvPicPr>
              <p:cNvPr id="45" name="그래픽 44">
                <a:extLst>
                  <a:ext uri="{FF2B5EF4-FFF2-40B4-BE49-F238E27FC236}">
                    <a16:creationId xmlns:a16="http://schemas.microsoft.com/office/drawing/2014/main" id="{58413E9E-0B82-3819-F5EB-19A2D00655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1098795" y="1740314"/>
                <a:ext cx="255491" cy="330036"/>
              </a:xfrm>
              <a:prstGeom prst="rect">
                <a:avLst/>
              </a:prstGeom>
            </p:spPr>
          </p:pic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639A831-98D6-558B-FF46-FE68A28233C3}"/>
                  </a:ext>
                </a:extLst>
              </p:cNvPr>
              <p:cNvSpPr txBox="1"/>
              <p:nvPr/>
            </p:nvSpPr>
            <p:spPr>
              <a:xfrm>
                <a:off x="1355462" y="1639465"/>
                <a:ext cx="366228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가장 긴 증가하는 부분 수열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#11053)</a:t>
                </a: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7D2F606-E64E-A8FD-9D7B-F3CC3A9B1C30}"/>
                </a:ext>
              </a:extLst>
            </p:cNvPr>
            <p:cNvSpPr txBox="1"/>
            <p:nvPr/>
          </p:nvSpPr>
          <p:spPr>
            <a:xfrm>
              <a:off x="1091379" y="2227006"/>
              <a:ext cx="3540420" cy="579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dp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[</a:t>
              </a:r>
              <a:r>
                <a:rPr lang="en-US" altLang="ko-KR" sz="11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i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] = </a:t>
              </a:r>
              <a:r>
                <a:rPr lang="en-US" altLang="ko-KR" sz="11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i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번째 수를 마지막 수로 가질 때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 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최대 길이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점화식을 어떻게 세워야 할까요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?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4F80A94-A02C-6217-2759-CDDAB4F3BE60}"/>
              </a:ext>
            </a:extLst>
          </p:cNvPr>
          <p:cNvGrpSpPr/>
          <p:nvPr/>
        </p:nvGrpSpPr>
        <p:grpSpPr>
          <a:xfrm>
            <a:off x="1226608" y="4872805"/>
            <a:ext cx="2859615" cy="1044500"/>
            <a:chOff x="834712" y="1761511"/>
            <a:chExt cx="2833554" cy="1044500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47425E1F-916F-C6EF-19D7-A248A9775089}"/>
                </a:ext>
              </a:extLst>
            </p:cNvPr>
            <p:cNvGrpSpPr/>
            <p:nvPr/>
          </p:nvGrpSpPr>
          <p:grpSpPr>
            <a:xfrm>
              <a:off x="834712" y="1761511"/>
              <a:ext cx="2691981" cy="430887"/>
              <a:chOff x="1098795" y="1639465"/>
              <a:chExt cx="2691981" cy="430887"/>
            </a:xfrm>
          </p:grpSpPr>
          <p:pic>
            <p:nvPicPr>
              <p:cNvPr id="20" name="그래픽 19">
                <a:extLst>
                  <a:ext uri="{FF2B5EF4-FFF2-40B4-BE49-F238E27FC236}">
                    <a16:creationId xmlns:a16="http://schemas.microsoft.com/office/drawing/2014/main" id="{2211297C-C82A-E7D1-A2A6-E81363D8BD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1098795" y="1740314"/>
                <a:ext cx="255490" cy="330036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9AB45A-156E-7B82-7FE1-340363227862}"/>
                  </a:ext>
                </a:extLst>
              </p:cNvPr>
              <p:cNvSpPr txBox="1"/>
              <p:nvPr/>
            </p:nvSpPr>
            <p:spPr>
              <a:xfrm>
                <a:off x="1355462" y="1639465"/>
                <a:ext cx="24353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RGB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거리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 (BOJ #1149)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CD8A6CE-0078-8336-C851-B757F6770AA9}"/>
                </a:ext>
              </a:extLst>
            </p:cNvPr>
            <p:cNvSpPr txBox="1"/>
            <p:nvPr/>
          </p:nvSpPr>
          <p:spPr>
            <a:xfrm>
              <a:off x="1091379" y="2227006"/>
              <a:ext cx="2576887" cy="579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이항 계수 문제처럼 점화식에 두 개 이상의 변수가 들어갈 수도 있습니다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11182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92145-DBF4-519B-0525-F6F5498F9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63A2D26A-8D07-E0E1-0881-C57B131C2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97308D-D63F-41CA-B940-949D20E51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27</a:t>
            </a:fld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C463EDB-EA46-41DA-0F93-E40E2A82DFD5}"/>
              </a:ext>
            </a:extLst>
          </p:cNvPr>
          <p:cNvGrpSpPr/>
          <p:nvPr/>
        </p:nvGrpSpPr>
        <p:grpSpPr>
          <a:xfrm>
            <a:off x="722811" y="577310"/>
            <a:ext cx="1540609" cy="533821"/>
            <a:chOff x="1271451" y="2719618"/>
            <a:chExt cx="1540609" cy="533821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6CBA47D-D6DC-C16A-9495-49C417942128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406D5B6-9D18-1CF3-98DC-86B3C2AD7FE6}"/>
                </a:ext>
              </a:extLst>
            </p:cNvPr>
            <p:cNvSpPr txBox="1"/>
            <p:nvPr/>
          </p:nvSpPr>
          <p:spPr>
            <a:xfrm>
              <a:off x="1382177" y="2853329"/>
              <a:ext cx="14285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연습 문제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698423F-E17C-CEEF-96FD-37291DDC02DA}"/>
              </a:ext>
            </a:extLst>
          </p:cNvPr>
          <p:cNvGrpSpPr/>
          <p:nvPr/>
        </p:nvGrpSpPr>
        <p:grpSpPr>
          <a:xfrm>
            <a:off x="1226608" y="1895816"/>
            <a:ext cx="3449563" cy="790584"/>
            <a:chOff x="834712" y="1761511"/>
            <a:chExt cx="3418126" cy="790584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AB77D82F-790B-B3C0-E076-4417B3B7CEDE}"/>
                </a:ext>
              </a:extLst>
            </p:cNvPr>
            <p:cNvGrpSpPr/>
            <p:nvPr/>
          </p:nvGrpSpPr>
          <p:grpSpPr>
            <a:xfrm>
              <a:off x="834712" y="1761511"/>
              <a:ext cx="2691981" cy="430887"/>
              <a:chOff x="1098795" y="1639465"/>
              <a:chExt cx="2691981" cy="430887"/>
            </a:xfrm>
          </p:grpSpPr>
          <p:pic>
            <p:nvPicPr>
              <p:cNvPr id="25" name="그래픽 24">
                <a:extLst>
                  <a:ext uri="{FF2B5EF4-FFF2-40B4-BE49-F238E27FC236}">
                    <a16:creationId xmlns:a16="http://schemas.microsoft.com/office/drawing/2014/main" id="{FFD4D57B-75BF-0FF5-5780-1579663B58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1098795" y="1740314"/>
                <a:ext cx="255491" cy="330036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C7D6002-513D-F9ED-4B7B-5245B067CA17}"/>
                  </a:ext>
                </a:extLst>
              </p:cNvPr>
              <p:cNvSpPr txBox="1"/>
              <p:nvPr/>
            </p:nvSpPr>
            <p:spPr>
              <a:xfrm>
                <a:off x="1355462" y="1639465"/>
                <a:ext cx="24353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동전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2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#2294)</a:t>
                </a: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44AFBF8-3742-4C1B-62DA-6BD2B03D09BE}"/>
                </a:ext>
              </a:extLst>
            </p:cNvPr>
            <p:cNvSpPr txBox="1"/>
            <p:nvPr/>
          </p:nvSpPr>
          <p:spPr>
            <a:xfrm>
              <a:off x="1091379" y="2227006"/>
              <a:ext cx="3161459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파이팅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..!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ADEA63F2-42D3-0B7B-FBB3-336C4F583ED7}"/>
              </a:ext>
            </a:extLst>
          </p:cNvPr>
          <p:cNvGrpSpPr/>
          <p:nvPr/>
        </p:nvGrpSpPr>
        <p:grpSpPr>
          <a:xfrm>
            <a:off x="6446308" y="1895816"/>
            <a:ext cx="3490558" cy="1298415"/>
            <a:chOff x="834712" y="1761511"/>
            <a:chExt cx="3458747" cy="1298415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6FF8634C-FE95-2067-BE9C-8BBBB40025B6}"/>
                </a:ext>
              </a:extLst>
            </p:cNvPr>
            <p:cNvGrpSpPr/>
            <p:nvPr/>
          </p:nvGrpSpPr>
          <p:grpSpPr>
            <a:xfrm>
              <a:off x="834712" y="1761511"/>
              <a:ext cx="2691981" cy="430887"/>
              <a:chOff x="1098795" y="1639465"/>
              <a:chExt cx="2691981" cy="430887"/>
            </a:xfrm>
          </p:grpSpPr>
          <p:pic>
            <p:nvPicPr>
              <p:cNvPr id="30" name="그래픽 29">
                <a:extLst>
                  <a:ext uri="{FF2B5EF4-FFF2-40B4-BE49-F238E27FC236}">
                    <a16:creationId xmlns:a16="http://schemas.microsoft.com/office/drawing/2014/main" id="{0A8CEF10-5446-D0B5-CE3E-D55BB4FB06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1098795" y="1740314"/>
                <a:ext cx="255491" cy="330036"/>
              </a:xfrm>
              <a:prstGeom prst="rect">
                <a:avLst/>
              </a:prstGeom>
            </p:spPr>
          </p:pic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8B892F9-B387-6858-15E7-D0380B922C7D}"/>
                  </a:ext>
                </a:extLst>
              </p:cNvPr>
              <p:cNvSpPr txBox="1"/>
              <p:nvPr/>
            </p:nvSpPr>
            <p:spPr>
              <a:xfrm>
                <a:off x="1355462" y="1639465"/>
                <a:ext cx="24353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동전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1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#2293)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C9D8AE6-7A18-79F0-3111-97AD4B81563E}"/>
                </a:ext>
              </a:extLst>
            </p:cNvPr>
            <p:cNvSpPr txBox="1"/>
            <p:nvPr/>
          </p:nvSpPr>
          <p:spPr>
            <a:xfrm>
              <a:off x="1091379" y="2227006"/>
              <a:ext cx="3202080" cy="8329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메모리 제한이 작아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2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차원 배열을 사용하면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‘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메모리 초과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‘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를 받습니다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. 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어떻게 해야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1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차원 배열만으로 해결할 수 있을까요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03025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9DADD5D3-D80A-B325-031A-24B03E6F6B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849" y="859251"/>
            <a:ext cx="5164301" cy="5139497"/>
          </a:xfrm>
          <a:prstGeom prst="rect">
            <a:avLst/>
          </a:prstGeom>
        </p:spPr>
      </p:pic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D30E43B8-2951-E15D-BD76-7F35D61508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DEC1C4-6E65-763D-88C9-C9873240F4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18" name="바닥글 개체 틀 4">
            <a:extLst>
              <a:ext uri="{FF2B5EF4-FFF2-40B4-BE49-F238E27FC236}">
                <a16:creationId xmlns:a16="http://schemas.microsoft.com/office/drawing/2014/main" id="{EB4CC88C-A23F-C22E-F092-68A9A8DEA023}"/>
              </a:ext>
            </a:extLst>
          </p:cNvPr>
          <p:cNvSpPr txBox="1">
            <a:spLocks/>
          </p:cNvSpPr>
          <p:nvPr/>
        </p:nvSpPr>
        <p:spPr>
          <a:xfrm>
            <a:off x="9387697" y="385042"/>
            <a:ext cx="20681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2026 ALOHA 1</a:t>
            </a:r>
            <a:r>
              <a:rPr lang="ko-KR" altLang="en-US" dirty="0"/>
              <a:t>학기 멘토링</a:t>
            </a:r>
          </a:p>
        </p:txBody>
      </p:sp>
    </p:spTree>
    <p:extLst>
      <p:ext uri="{BB962C8B-B14F-4D97-AF65-F5344CB8AC3E}">
        <p14:creationId xmlns:p14="http://schemas.microsoft.com/office/powerpoint/2010/main" val="2258968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15175</TotalTime>
  <Words>3080</Words>
  <Application>Microsoft Office PowerPoint</Application>
  <PresentationFormat>와이드스크린</PresentationFormat>
  <Paragraphs>421</Paragraphs>
  <Slides>28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7" baseType="lpstr">
      <vt:lpstr>마루 부리OTF 중간</vt:lpstr>
      <vt:lpstr>맑은 고딕</vt:lpstr>
      <vt:lpstr>Arial</vt:lpstr>
      <vt:lpstr>Consolas</vt:lpstr>
      <vt:lpstr>마루 부리OTF 굵은</vt:lpstr>
      <vt:lpstr>마루 부리OTF 가는</vt:lpstr>
      <vt:lpstr>마루 부리OTF 아주가는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최철민</dc:creator>
  <cp:lastModifiedBy>김태우</cp:lastModifiedBy>
  <cp:revision>141</cp:revision>
  <dcterms:created xsi:type="dcterms:W3CDTF">2023-01-29T15:02:12Z</dcterms:created>
  <dcterms:modified xsi:type="dcterms:W3CDTF">2026-03-30T06:25:41Z</dcterms:modified>
</cp:coreProperties>
</file>