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8" r:id="rId2"/>
    <p:sldId id="257" r:id="rId3"/>
    <p:sldId id="260" r:id="rId4"/>
    <p:sldId id="261" r:id="rId5"/>
    <p:sldId id="268" r:id="rId6"/>
    <p:sldId id="269" r:id="rId7"/>
    <p:sldId id="270" r:id="rId8"/>
    <p:sldId id="271" r:id="rId9"/>
    <p:sldId id="272" r:id="rId10"/>
    <p:sldId id="273" r:id="rId11"/>
    <p:sldId id="281" r:id="rId12"/>
    <p:sldId id="28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62" r:id="rId21"/>
    <p:sldId id="284" r:id="rId22"/>
    <p:sldId id="263" r:id="rId23"/>
    <p:sldId id="264" r:id="rId24"/>
    <p:sldId id="285" r:id="rId25"/>
    <p:sldId id="286" r:id="rId26"/>
    <p:sldId id="287" r:id="rId27"/>
    <p:sldId id="266" r:id="rId28"/>
    <p:sldId id="267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마루 부리OTF 가는" panose="020B0600000101010101" pitchFamily="34" charset="-127"/>
      <p:regular r:id="rId36"/>
    </p:embeddedFont>
    <p:embeddedFont>
      <p:font typeface="마루 부리OTF 굵은" panose="020B0600000101010101" pitchFamily="34" charset="-127"/>
      <p:bold r:id="rId37"/>
    </p:embeddedFont>
    <p:embeddedFont>
      <p:font typeface="마루 부리OTF 아주가는" panose="020B0600000101010101" pitchFamily="34" charset="-127"/>
      <p:regular r:id="rId38"/>
    </p:embeddedFont>
    <p:embeddedFont>
      <p:font typeface="마루 부리OTF 중간" panose="020B0600000101010101" pitchFamily="34" charset="-127"/>
      <p:regular r:id="rId39"/>
    </p:embeddedFont>
    <p:embeddedFont>
      <p:font typeface="맑은 고딕" panose="020B0503020000020004" pitchFamily="34" charset="-127"/>
      <p:regular r:id="rId40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C6"/>
    <a:srgbClr val="ECE4F9"/>
    <a:srgbClr val="A281E3"/>
    <a:srgbClr val="411E86"/>
    <a:srgbClr val="F1D9F7"/>
    <a:srgbClr val="D8D8F0"/>
    <a:srgbClr val="E6EAF5"/>
    <a:srgbClr val="DFF0F0"/>
    <a:srgbClr val="682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4" autoAdjust="0"/>
  </p:normalViewPr>
  <p:slideViewPr>
    <p:cSldViewPr snapToGrid="0">
      <p:cViewPr varScale="1">
        <p:scale>
          <a:sx n="79" d="100"/>
          <a:sy n="79" d="100"/>
        </p:scale>
        <p:origin x="1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035CC-7918-48BD-BA57-57F0E2EF3882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4BBA-063B-483F-AD13-0B789DD50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8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F63A8-972B-ECC2-BFF9-57AA5D7DA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1CAAA-13CE-86E2-9CAC-F9EA5625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4A81B2-C6F3-F12C-506B-D4C59CBD95B2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6D09339-08DF-FB29-D024-5F7FB628FBD2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22D98D-6BA8-70E2-6007-7BBD41B48EF0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5F06D8-3CB9-0691-A0AF-A1931AF7C8C1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2511F4-9359-2FAE-041A-325A2BC10867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76E7DD0-E965-F1D7-10C5-4D58405D6209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ADC4BF-FE32-584A-3BC3-0B1DFB87B194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8295AD6-1EA1-D8F7-7C92-B18363EF00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FE0DE-AF28-31A2-02B0-E48F52B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F046-FB8B-E15D-481E-1199DD4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413" y="260289"/>
            <a:ext cx="543465" cy="395319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6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3EE82-BAA9-28ED-53F9-4F931A8A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749" y="6356349"/>
            <a:ext cx="11545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F162B-8A73-F673-A4AD-AAE8E550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C74D6D9-55CE-5D6B-3663-19F0ACEE75D5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6FE59A8-3A13-4DBF-848D-0A4B5F9B8F04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5A518FA-5657-6C47-1D47-B2BFC20026AC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321921-3606-5ADE-F485-50A4B9E6E1C8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A82FE0F-27D4-74D7-332C-5C9331F832CD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6DE33B7-835C-5480-6E5F-7A74EEADE2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6AD6205D-B609-2452-D290-A4DE110C8E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6" b="10603"/>
          <a:stretch/>
        </p:blipFill>
        <p:spPr>
          <a:xfrm>
            <a:off x="225725" y="6209799"/>
            <a:ext cx="470317" cy="456923"/>
          </a:xfrm>
          <a:prstGeom prst="rect">
            <a:avLst/>
          </a:prstGeom>
        </p:spPr>
      </p:pic>
      <p:sp>
        <p:nvSpPr>
          <p:cNvPr id="38" name="바닥글 개체 틀 4">
            <a:extLst>
              <a:ext uri="{FF2B5EF4-FFF2-40B4-BE49-F238E27FC236}">
                <a16:creationId xmlns:a16="http://schemas.microsoft.com/office/drawing/2014/main" id="{C0E0A9F9-BFED-2416-F40F-DD106DA58DA1}"/>
              </a:ext>
            </a:extLst>
          </p:cNvPr>
          <p:cNvSpPr txBox="1">
            <a:spLocks/>
          </p:cNvSpPr>
          <p:nvPr userDrawn="1"/>
        </p:nvSpPr>
        <p:spPr>
          <a:xfrm>
            <a:off x="5061909" y="136526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350478-F844-BB21-FA6C-3CC25C1073D8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AA7F571-F1CD-87DD-6713-9CCF463C44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94019-F726-1E6D-0E88-10F4330AF42D}"/>
              </a:ext>
            </a:extLst>
          </p:cNvPr>
          <p:cNvSpPr/>
          <p:nvPr/>
        </p:nvSpPr>
        <p:spPr>
          <a:xfrm>
            <a:off x="833536" y="4234933"/>
            <a:ext cx="6420703" cy="267422"/>
          </a:xfrm>
          <a:prstGeom prst="rect">
            <a:avLst/>
          </a:prstGeom>
          <a:gradFill flip="none" rotWithShape="1">
            <a:gsLst>
              <a:gs pos="0">
                <a:srgbClr val="DFF0F0"/>
              </a:gs>
              <a:gs pos="50000">
                <a:srgbClr val="D8D8F0"/>
              </a:gs>
              <a:gs pos="100000">
                <a:srgbClr val="F1D9F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18749" y="6356349"/>
            <a:ext cx="1154502" cy="365125"/>
          </a:xfrm>
        </p:spPr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55879" y="192775"/>
            <a:ext cx="510396" cy="384535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47305-A02C-DD1E-B312-F3215FD81342}"/>
              </a:ext>
            </a:extLst>
          </p:cNvPr>
          <p:cNvGrpSpPr/>
          <p:nvPr/>
        </p:nvGrpSpPr>
        <p:grpSpPr>
          <a:xfrm>
            <a:off x="722811" y="577310"/>
            <a:ext cx="1914425" cy="533821"/>
            <a:chOff x="1271451" y="2719618"/>
            <a:chExt cx="1914425" cy="5338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7C9B61-52A7-B26F-60AA-D2DC1991375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01C9F-D26D-C499-FAE9-918B1981B58A}"/>
                </a:ext>
              </a:extLst>
            </p:cNvPr>
            <p:cNvSpPr txBox="1"/>
            <p:nvPr/>
          </p:nvSpPr>
          <p:spPr>
            <a:xfrm>
              <a:off x="1382177" y="2853329"/>
              <a:ext cx="18036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 err="1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중급반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주차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99FB9E-EA1E-734D-F71F-83B64E922638}"/>
              </a:ext>
            </a:extLst>
          </p:cNvPr>
          <p:cNvSpPr txBox="1"/>
          <p:nvPr/>
        </p:nvSpPr>
        <p:spPr>
          <a:xfrm>
            <a:off x="833537" y="2967335"/>
            <a:ext cx="3065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최단 경로</a:t>
            </a:r>
            <a:endParaRPr lang="en-US" altLang="ko-KR" sz="5400" dirty="0">
              <a:latin typeface="마루 부리OTF 굵은" panose="020B0600000101010101" pitchFamily="34" charset="-127"/>
              <a:ea typeface="마루 부리OTF 굵은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3DC33-A844-11CC-894B-5415B8862189}"/>
              </a:ext>
            </a:extLst>
          </p:cNvPr>
          <p:cNvSpPr txBox="1"/>
          <p:nvPr/>
        </p:nvSpPr>
        <p:spPr>
          <a:xfrm>
            <a:off x="833537" y="3888377"/>
            <a:ext cx="4467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&lt;Dijkstra’s Algorithm&gt;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FCEE5E-885A-C1E9-5E11-79268F7A9F64}"/>
              </a:ext>
            </a:extLst>
          </p:cNvPr>
          <p:cNvSpPr txBox="1"/>
          <p:nvPr/>
        </p:nvSpPr>
        <p:spPr>
          <a:xfrm>
            <a:off x="9124029" y="2905101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동작 원리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870063-8E01-A127-F685-6C6CD52D9B60}"/>
              </a:ext>
            </a:extLst>
          </p:cNvPr>
          <p:cNvSpPr txBox="1"/>
          <p:nvPr/>
        </p:nvSpPr>
        <p:spPr>
          <a:xfrm>
            <a:off x="9124029" y="3583239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구현 방법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541306-8F21-F040-9C26-C931E511A8F2}"/>
              </a:ext>
            </a:extLst>
          </p:cNvPr>
          <p:cNvSpPr txBox="1"/>
          <p:nvPr/>
        </p:nvSpPr>
        <p:spPr>
          <a:xfrm>
            <a:off x="9124029" y="4261377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연습 문제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258861-5C4F-CC0A-9440-242C4BA7EC3B}"/>
              </a:ext>
            </a:extLst>
          </p:cNvPr>
          <p:cNvGrpSpPr/>
          <p:nvPr/>
        </p:nvGrpSpPr>
        <p:grpSpPr>
          <a:xfrm>
            <a:off x="8451668" y="2457795"/>
            <a:ext cx="252549" cy="2044560"/>
            <a:chOff x="8451668" y="2457795"/>
            <a:chExt cx="252549" cy="204456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8E27AB33-5A6B-4634-15D2-D6A12A1E8853}"/>
                </a:ext>
              </a:extLst>
            </p:cNvPr>
            <p:cNvCxnSpPr>
              <a:cxnSpLocks/>
            </p:cNvCxnSpPr>
            <p:nvPr/>
          </p:nvCxnSpPr>
          <p:spPr>
            <a:xfrm>
              <a:off x="8577943" y="2457795"/>
              <a:ext cx="0" cy="204456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759ECAA-C41B-C794-AED6-51B7894A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4368668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8FB0FDD-40B6-D13A-F44C-8817C07C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2592120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2297504-9286-A4C0-50E2-E179B34DD0BD}"/>
              </a:ext>
            </a:extLst>
          </p:cNvPr>
          <p:cNvSpPr txBox="1"/>
          <p:nvPr/>
        </p:nvSpPr>
        <p:spPr>
          <a:xfrm>
            <a:off x="9124029" y="2226963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최단 경로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EE29A-D9E9-DA92-A526-15ACEE0A665F}"/>
              </a:ext>
            </a:extLst>
          </p:cNvPr>
          <p:cNvSpPr txBox="1"/>
          <p:nvPr/>
        </p:nvSpPr>
        <p:spPr>
          <a:xfrm>
            <a:off x="8925898" y="2204895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97A53-70B9-3966-AB5D-07ED56F18C5F}"/>
              </a:ext>
            </a:extLst>
          </p:cNvPr>
          <p:cNvSpPr txBox="1"/>
          <p:nvPr/>
        </p:nvSpPr>
        <p:spPr>
          <a:xfrm>
            <a:off x="8921891" y="2855266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3p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5C1605-8F38-93BC-63F7-222E9B54CCCE}"/>
              </a:ext>
            </a:extLst>
          </p:cNvPr>
          <p:cNvSpPr txBox="1"/>
          <p:nvPr/>
        </p:nvSpPr>
        <p:spPr>
          <a:xfrm>
            <a:off x="8921891" y="3538195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20p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E6DCA7-6EFB-B437-84D1-507F21E4C0F3}"/>
              </a:ext>
            </a:extLst>
          </p:cNvPr>
          <p:cNvSpPr txBox="1"/>
          <p:nvPr/>
        </p:nvSpPr>
        <p:spPr>
          <a:xfrm>
            <a:off x="8921891" y="4183055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22p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8" name="바닥글 개체 틀 4">
            <a:extLst>
              <a:ext uri="{FF2B5EF4-FFF2-40B4-BE49-F238E27FC236}">
                <a16:creationId xmlns:a16="http://schemas.microsoft.com/office/drawing/2014/main" id="{1776CB56-E99B-DBFF-D8EA-E49C7345FACA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1832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17508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833537" y="2286358"/>
            <a:ext cx="67649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정해진 하나의 시작 정점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에서부터 </a:t>
            </a:r>
            <a:br>
              <a:rPr lang="en-US" altLang="ko-K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</a:b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다른 모든 정점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으로 가는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최단 경로</a:t>
            </a:r>
            <a:r>
              <a:rPr lang="ko-KR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구하는 알고리즘</a:t>
            </a:r>
            <a:endParaRPr lang="en-US" altLang="ko-KR" sz="22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28FBE-FA7A-3A53-CB0D-15563B3FF2A1}"/>
              </a:ext>
            </a:extLst>
          </p:cNvPr>
          <p:cNvSpPr txBox="1"/>
          <p:nvPr/>
        </p:nvSpPr>
        <p:spPr>
          <a:xfrm>
            <a:off x="3575887" y="3996182"/>
            <a:ext cx="50402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음수 가중치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간선이 존재할 경우 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사용할 수 없어요</a:t>
            </a:r>
            <a:r>
              <a:rPr lang="en-US" altLang="ko-KR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시간 복잡도는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O(E log V)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/ (E = Edge, V = Vertex)</a:t>
            </a:r>
          </a:p>
        </p:txBody>
      </p:sp>
    </p:spTree>
    <p:extLst>
      <p:ext uri="{BB962C8B-B14F-4D97-AF65-F5344CB8AC3E}">
        <p14:creationId xmlns:p14="http://schemas.microsoft.com/office/powerpoint/2010/main" val="380193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C5CCCA2-6A01-A988-DA57-68C5CEEC2D77}"/>
              </a:ext>
            </a:extLst>
          </p:cNvPr>
          <p:cNvSpPr txBox="1"/>
          <p:nvPr/>
        </p:nvSpPr>
        <p:spPr>
          <a:xfrm>
            <a:off x="833537" y="2097759"/>
            <a:ext cx="8634095" cy="1900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시작 노드로부터 </a:t>
            </a:r>
            <a:r>
              <a:rPr lang="ko-KR" altLang="en-US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다른 노드 사이의 최단 거리를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모두 </a:t>
            </a:r>
            <a:r>
              <a:rPr lang="en-US" altLang="ko-KR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INF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설정한다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시작 노드와의 거리가 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짧은 노드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방문한다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최단 거리를 갱신한다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모든 노드에 방문할 때까지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2~3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을 반복한다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45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F87C6785-6BEC-5C6F-0487-23FEDBEEF975}"/>
              </a:ext>
            </a:extLst>
          </p:cNvPr>
          <p:cNvSpPr/>
          <p:nvPr/>
        </p:nvSpPr>
        <p:spPr>
          <a:xfrm>
            <a:off x="1588982" y="2700400"/>
            <a:ext cx="814647" cy="814647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37" name="제목 2">
            <a:extLst>
              <a:ext uri="{FF2B5EF4-FFF2-40B4-BE49-F238E27FC236}">
                <a16:creationId xmlns:a16="http://schemas.microsoft.com/office/drawing/2014/main" id="{167B7AD2-A34C-64A5-9B63-1B0C10CFB6F2}"/>
              </a:ext>
            </a:extLst>
          </p:cNvPr>
          <p:cNvSpPr txBox="1">
            <a:spLocks/>
          </p:cNvSpPr>
          <p:nvPr/>
        </p:nvSpPr>
        <p:spPr>
          <a:xfrm>
            <a:off x="1588982" y="2797381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0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8697854-269A-65D5-3FB2-C2A53ED25B2D}"/>
              </a:ext>
            </a:extLst>
          </p:cNvPr>
          <p:cNvSpPr/>
          <p:nvPr/>
        </p:nvSpPr>
        <p:spPr>
          <a:xfrm>
            <a:off x="3685737" y="2700400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39" name="제목 2">
            <a:extLst>
              <a:ext uri="{FF2B5EF4-FFF2-40B4-BE49-F238E27FC236}">
                <a16:creationId xmlns:a16="http://schemas.microsoft.com/office/drawing/2014/main" id="{4C0A4B7A-5F89-50B5-A973-D4360019C241}"/>
              </a:ext>
            </a:extLst>
          </p:cNvPr>
          <p:cNvSpPr txBox="1">
            <a:spLocks/>
          </p:cNvSpPr>
          <p:nvPr/>
        </p:nvSpPr>
        <p:spPr>
          <a:xfrm>
            <a:off x="3685737" y="2797381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26966963-E7FC-1BBC-ADB2-192210E1389C}"/>
              </a:ext>
            </a:extLst>
          </p:cNvPr>
          <p:cNvSpPr/>
          <p:nvPr/>
        </p:nvSpPr>
        <p:spPr>
          <a:xfrm>
            <a:off x="5782491" y="2697628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1" name="제목 2">
            <a:extLst>
              <a:ext uri="{FF2B5EF4-FFF2-40B4-BE49-F238E27FC236}">
                <a16:creationId xmlns:a16="http://schemas.microsoft.com/office/drawing/2014/main" id="{910595DD-F6C1-1F46-9D79-B5E9622B4EFC}"/>
              </a:ext>
            </a:extLst>
          </p:cNvPr>
          <p:cNvSpPr txBox="1">
            <a:spLocks/>
          </p:cNvSpPr>
          <p:nvPr/>
        </p:nvSpPr>
        <p:spPr>
          <a:xfrm>
            <a:off x="5782492" y="2830631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8BD89DB-5C4D-D753-1B85-B6D4E18BFA3E}"/>
              </a:ext>
            </a:extLst>
          </p:cNvPr>
          <p:cNvSpPr/>
          <p:nvPr/>
        </p:nvSpPr>
        <p:spPr>
          <a:xfrm>
            <a:off x="1588982" y="4681597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3" name="제목 2">
            <a:extLst>
              <a:ext uri="{FF2B5EF4-FFF2-40B4-BE49-F238E27FC236}">
                <a16:creationId xmlns:a16="http://schemas.microsoft.com/office/drawing/2014/main" id="{86C47EAE-6E01-4E4B-E4AB-A73387F25ADD}"/>
              </a:ext>
            </a:extLst>
          </p:cNvPr>
          <p:cNvSpPr txBox="1">
            <a:spLocks/>
          </p:cNvSpPr>
          <p:nvPr/>
        </p:nvSpPr>
        <p:spPr>
          <a:xfrm>
            <a:off x="1588982" y="4811828"/>
            <a:ext cx="814647" cy="68441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461E706-BEF2-5F07-D2F7-8DB144AE0902}"/>
              </a:ext>
            </a:extLst>
          </p:cNvPr>
          <p:cNvSpPr/>
          <p:nvPr/>
        </p:nvSpPr>
        <p:spPr>
          <a:xfrm>
            <a:off x="3685737" y="4681597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5" name="제목 2">
            <a:extLst>
              <a:ext uri="{FF2B5EF4-FFF2-40B4-BE49-F238E27FC236}">
                <a16:creationId xmlns:a16="http://schemas.microsoft.com/office/drawing/2014/main" id="{49FE9297-56B7-49C3-7722-2956AF715906}"/>
              </a:ext>
            </a:extLst>
          </p:cNvPr>
          <p:cNvSpPr txBox="1">
            <a:spLocks/>
          </p:cNvSpPr>
          <p:nvPr/>
        </p:nvSpPr>
        <p:spPr>
          <a:xfrm>
            <a:off x="3685737" y="4778578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CBE24A78-77E0-7C9C-0441-76ED84B651BF}"/>
              </a:ext>
            </a:extLst>
          </p:cNvPr>
          <p:cNvSpPr/>
          <p:nvPr/>
        </p:nvSpPr>
        <p:spPr>
          <a:xfrm>
            <a:off x="5782491" y="4678825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7" name="제목 2">
            <a:extLst>
              <a:ext uri="{FF2B5EF4-FFF2-40B4-BE49-F238E27FC236}">
                <a16:creationId xmlns:a16="http://schemas.microsoft.com/office/drawing/2014/main" id="{D184D5D8-D8C6-BF51-F23B-A22319ED7528}"/>
              </a:ext>
            </a:extLst>
          </p:cNvPr>
          <p:cNvSpPr txBox="1">
            <a:spLocks/>
          </p:cNvSpPr>
          <p:nvPr/>
        </p:nvSpPr>
        <p:spPr>
          <a:xfrm>
            <a:off x="5782492" y="4811828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F2D150A-5DE0-2346-28DC-A71BF8F793D6}"/>
              </a:ext>
            </a:extLst>
          </p:cNvPr>
          <p:cNvCxnSpPr>
            <a:stCxn id="36" idx="6"/>
            <a:endCxn id="38" idx="2"/>
          </p:cNvCxnSpPr>
          <p:nvPr/>
        </p:nvCxnSpPr>
        <p:spPr>
          <a:xfrm>
            <a:off x="2403629" y="3107724"/>
            <a:ext cx="12821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EBFF5F8-5776-FA6A-B4B4-17FBF17ED147}"/>
              </a:ext>
            </a:extLst>
          </p:cNvPr>
          <p:cNvCxnSpPr/>
          <p:nvPr/>
        </p:nvCxnSpPr>
        <p:spPr>
          <a:xfrm>
            <a:off x="4500384" y="3107724"/>
            <a:ext cx="12821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3C59578-296D-4C52-EB90-E7510C7E7795}"/>
              </a:ext>
            </a:extLst>
          </p:cNvPr>
          <p:cNvCxnSpPr>
            <a:stCxn id="36" idx="5"/>
            <a:endCxn id="44" idx="1"/>
          </p:cNvCxnSpPr>
          <p:nvPr/>
        </p:nvCxnSpPr>
        <p:spPr>
          <a:xfrm>
            <a:off x="2284327" y="3395745"/>
            <a:ext cx="1520712" cy="14051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5F06E3B-8EFF-14EB-D5BA-3A1369E35BE9}"/>
              </a:ext>
            </a:extLst>
          </p:cNvPr>
          <p:cNvCxnSpPr>
            <a:stCxn id="38" idx="4"/>
            <a:endCxn id="44" idx="0"/>
          </p:cNvCxnSpPr>
          <p:nvPr/>
        </p:nvCxnSpPr>
        <p:spPr>
          <a:xfrm>
            <a:off x="4093061" y="3515047"/>
            <a:ext cx="0" cy="116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3F00525-152C-E4D2-4686-9F1B6A91C08C}"/>
              </a:ext>
            </a:extLst>
          </p:cNvPr>
          <p:cNvCxnSpPr>
            <a:stCxn id="44" idx="6"/>
            <a:endCxn id="46" idx="2"/>
          </p:cNvCxnSpPr>
          <p:nvPr/>
        </p:nvCxnSpPr>
        <p:spPr>
          <a:xfrm flipV="1">
            <a:off x="4500384" y="5086149"/>
            <a:ext cx="1282107" cy="27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EB71351-2082-38F1-2832-CED8F0869C61}"/>
              </a:ext>
            </a:extLst>
          </p:cNvPr>
          <p:cNvCxnSpPr>
            <a:stCxn id="46" idx="0"/>
            <a:endCxn id="40" idx="4"/>
          </p:cNvCxnSpPr>
          <p:nvPr/>
        </p:nvCxnSpPr>
        <p:spPr>
          <a:xfrm flipV="1">
            <a:off x="6189815" y="3512275"/>
            <a:ext cx="0" cy="116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C2D6E1F-0430-54B5-570F-20481391EE60}"/>
              </a:ext>
            </a:extLst>
          </p:cNvPr>
          <p:cNvCxnSpPr>
            <a:stCxn id="42" idx="0"/>
            <a:endCxn id="36" idx="4"/>
          </p:cNvCxnSpPr>
          <p:nvPr/>
        </p:nvCxnSpPr>
        <p:spPr>
          <a:xfrm flipV="1">
            <a:off x="1996306" y="3515047"/>
            <a:ext cx="0" cy="116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제목 2">
            <a:extLst>
              <a:ext uri="{FF2B5EF4-FFF2-40B4-BE49-F238E27FC236}">
                <a16:creationId xmlns:a16="http://schemas.microsoft.com/office/drawing/2014/main" id="{0769B0F4-808F-937F-396E-12BD5CC6314C}"/>
              </a:ext>
            </a:extLst>
          </p:cNvPr>
          <p:cNvSpPr txBox="1">
            <a:spLocks/>
          </p:cNvSpPr>
          <p:nvPr/>
        </p:nvSpPr>
        <p:spPr>
          <a:xfrm>
            <a:off x="2931162" y="3749979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4</a:t>
            </a:r>
          </a:p>
        </p:txBody>
      </p:sp>
      <p:sp>
        <p:nvSpPr>
          <p:cNvPr id="56" name="제목 2">
            <a:extLst>
              <a:ext uri="{FF2B5EF4-FFF2-40B4-BE49-F238E27FC236}">
                <a16:creationId xmlns:a16="http://schemas.microsoft.com/office/drawing/2014/main" id="{937F9A32-EAEF-6AE6-138A-8D86BC0EA84F}"/>
              </a:ext>
            </a:extLst>
          </p:cNvPr>
          <p:cNvSpPr txBox="1">
            <a:spLocks/>
          </p:cNvSpPr>
          <p:nvPr/>
        </p:nvSpPr>
        <p:spPr>
          <a:xfrm>
            <a:off x="2858081" y="2759498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</a:t>
            </a:r>
          </a:p>
        </p:txBody>
      </p:sp>
      <p:sp>
        <p:nvSpPr>
          <p:cNvPr id="57" name="제목 2">
            <a:extLst>
              <a:ext uri="{FF2B5EF4-FFF2-40B4-BE49-F238E27FC236}">
                <a16:creationId xmlns:a16="http://schemas.microsoft.com/office/drawing/2014/main" id="{DCCB6FEE-1767-1CDA-C98E-4942EB0EABC2}"/>
              </a:ext>
            </a:extLst>
          </p:cNvPr>
          <p:cNvSpPr txBox="1">
            <a:spLocks/>
          </p:cNvSpPr>
          <p:nvPr/>
        </p:nvSpPr>
        <p:spPr>
          <a:xfrm>
            <a:off x="4071265" y="3940625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</a:p>
        </p:txBody>
      </p:sp>
      <p:sp>
        <p:nvSpPr>
          <p:cNvPr id="58" name="제목 2">
            <a:extLst>
              <a:ext uri="{FF2B5EF4-FFF2-40B4-BE49-F238E27FC236}">
                <a16:creationId xmlns:a16="http://schemas.microsoft.com/office/drawing/2014/main" id="{5D41811C-8598-AEA3-434B-7AD3331D3798}"/>
              </a:ext>
            </a:extLst>
          </p:cNvPr>
          <p:cNvSpPr txBox="1">
            <a:spLocks/>
          </p:cNvSpPr>
          <p:nvPr/>
        </p:nvSpPr>
        <p:spPr>
          <a:xfrm>
            <a:off x="1950045" y="3940625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3</a:t>
            </a:r>
          </a:p>
        </p:txBody>
      </p:sp>
      <p:sp>
        <p:nvSpPr>
          <p:cNvPr id="59" name="제목 2">
            <a:extLst>
              <a:ext uri="{FF2B5EF4-FFF2-40B4-BE49-F238E27FC236}">
                <a16:creationId xmlns:a16="http://schemas.microsoft.com/office/drawing/2014/main" id="{CA9170D1-E62C-515F-F924-9C7EE9C08C45}"/>
              </a:ext>
            </a:extLst>
          </p:cNvPr>
          <p:cNvSpPr txBox="1">
            <a:spLocks/>
          </p:cNvSpPr>
          <p:nvPr/>
        </p:nvSpPr>
        <p:spPr>
          <a:xfrm>
            <a:off x="4920674" y="2759498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5</a:t>
            </a:r>
          </a:p>
        </p:txBody>
      </p:sp>
      <p:sp>
        <p:nvSpPr>
          <p:cNvPr id="60" name="제목 2">
            <a:extLst>
              <a:ext uri="{FF2B5EF4-FFF2-40B4-BE49-F238E27FC236}">
                <a16:creationId xmlns:a16="http://schemas.microsoft.com/office/drawing/2014/main" id="{486AEEF2-70CC-AD14-93F6-BF8E8A0DE5D4}"/>
              </a:ext>
            </a:extLst>
          </p:cNvPr>
          <p:cNvSpPr txBox="1">
            <a:spLocks/>
          </p:cNvSpPr>
          <p:nvPr/>
        </p:nvSpPr>
        <p:spPr>
          <a:xfrm>
            <a:off x="4920003" y="4740577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6</a:t>
            </a:r>
          </a:p>
        </p:txBody>
      </p:sp>
      <p:sp>
        <p:nvSpPr>
          <p:cNvPr id="61" name="제목 2">
            <a:extLst>
              <a:ext uri="{FF2B5EF4-FFF2-40B4-BE49-F238E27FC236}">
                <a16:creationId xmlns:a16="http://schemas.microsoft.com/office/drawing/2014/main" id="{37033195-9AF9-D728-4215-A5157FC05041}"/>
              </a:ext>
            </a:extLst>
          </p:cNvPr>
          <p:cNvSpPr txBox="1">
            <a:spLocks/>
          </p:cNvSpPr>
          <p:nvPr/>
        </p:nvSpPr>
        <p:spPr>
          <a:xfrm>
            <a:off x="6187347" y="3943813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785FC6-9B5A-E488-6AE1-78812A6AC362}"/>
              </a:ext>
            </a:extLst>
          </p:cNvPr>
          <p:cNvSpPr txBox="1"/>
          <p:nvPr/>
        </p:nvSpPr>
        <p:spPr>
          <a:xfrm>
            <a:off x="833537" y="1587141"/>
            <a:ext cx="6682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출발 정점 </a:t>
            </a:r>
            <a:r>
              <a:rPr lang="en-US" altLang="ko-KR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 출발 정점 </a:t>
            </a:r>
            <a:r>
              <a:rPr lang="en-US" altLang="ko-KR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까지의 거리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으로 확정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852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753980F-420B-E4AA-AB6B-08BCAF02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5C3E9C6-CD4F-F0CD-6155-FABAD009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4CBD2A3-7463-B017-AAFA-BD28CCE27640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3CA7EE6-B38E-DA91-BBE5-E9BB874B6B8B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6" name="제목 2">
              <a:extLst>
                <a:ext uri="{FF2B5EF4-FFF2-40B4-BE49-F238E27FC236}">
                  <a16:creationId xmlns:a16="http://schemas.microsoft.com/office/drawing/2014/main" id="{0150A0E8-8CD2-D522-5F2C-85B2DC898BC5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rgbClr val="5F2CC6"/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rgbClr val="5F2CC6"/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B3D7423-3EB6-4CAC-E723-C2C4EE19F353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제목 2">
              <a:extLst>
                <a:ext uri="{FF2B5EF4-FFF2-40B4-BE49-F238E27FC236}">
                  <a16:creationId xmlns:a16="http://schemas.microsoft.com/office/drawing/2014/main" id="{DE4E5B5F-01A1-AA78-1D08-80BCA030D071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CB53E00-C68F-060E-5C0F-DB5CA788086D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0" name="제목 2">
              <a:extLst>
                <a:ext uri="{FF2B5EF4-FFF2-40B4-BE49-F238E27FC236}">
                  <a16:creationId xmlns:a16="http://schemas.microsoft.com/office/drawing/2014/main" id="{F7158D1C-B720-1148-C6AD-726B82CD39FD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∞</a:t>
              </a: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890350B-52F0-303A-88CA-9A5E83DF9014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998D7D8A-8540-792B-5EA5-AA727F5D0742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BD2D4FB-7403-F5CE-A4B8-A16895C88E35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AC66D09E-FA1E-F8D7-59CB-508B8B2A9E7A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85D5C4B-6E94-DC6B-0B53-560988ABD18A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B0CE6F54-20CC-C898-6AAF-84BEBF86A089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∞</a:t>
              </a: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680100D5-51C6-C5B0-DE81-1FD29063CD77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36EFDC90-AFF4-69ED-A133-191AA1310786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F2B69788-5310-4F48-91CA-D45EACD33B4F}"/>
                </a:ext>
              </a:extLst>
            </p:cNvPr>
            <p:cNvCxnSpPr>
              <a:stCxn id="5" idx="5"/>
              <a:endCxn id="13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D964721-407A-7537-4D04-A608C30E3344}"/>
                </a:ext>
              </a:extLst>
            </p:cNvPr>
            <p:cNvCxnSpPr>
              <a:stCxn id="7" idx="4"/>
              <a:endCxn id="13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0C36A259-A165-EAB6-C6A1-0DF05BF6EA1B}"/>
                </a:ext>
              </a:extLst>
            </p:cNvPr>
            <p:cNvCxnSpPr>
              <a:stCxn id="13" idx="6"/>
              <a:endCxn id="15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1D512FF0-682B-D8CC-2288-3127B787ACEB}"/>
                </a:ext>
              </a:extLst>
            </p:cNvPr>
            <p:cNvCxnSpPr>
              <a:stCxn id="15" idx="0"/>
              <a:endCxn id="9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C6E9999-792D-B60C-1974-A471C21BE5C6}"/>
                </a:ext>
              </a:extLst>
            </p:cNvPr>
            <p:cNvCxnSpPr>
              <a:stCxn id="11" idx="0"/>
              <a:endCxn id="5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제목 2">
              <a:extLst>
                <a:ext uri="{FF2B5EF4-FFF2-40B4-BE49-F238E27FC236}">
                  <a16:creationId xmlns:a16="http://schemas.microsoft.com/office/drawing/2014/main" id="{12428FF6-AF47-A64A-3824-53F282AC44A1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25" name="제목 2">
              <a:extLst>
                <a:ext uri="{FF2B5EF4-FFF2-40B4-BE49-F238E27FC236}">
                  <a16:creationId xmlns:a16="http://schemas.microsoft.com/office/drawing/2014/main" id="{39231AC8-7302-F777-F56E-AFA4C60CEC4E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26" name="제목 2">
              <a:extLst>
                <a:ext uri="{FF2B5EF4-FFF2-40B4-BE49-F238E27FC236}">
                  <a16:creationId xmlns:a16="http://schemas.microsoft.com/office/drawing/2014/main" id="{D8D3B9B6-7916-3719-887D-5E859C486FCF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27" name="제목 2">
              <a:extLst>
                <a:ext uri="{FF2B5EF4-FFF2-40B4-BE49-F238E27FC236}">
                  <a16:creationId xmlns:a16="http://schemas.microsoft.com/office/drawing/2014/main" id="{00C7DD5E-FFBF-7A2F-9082-4C3C117CB6F1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8" name="제목 2">
              <a:extLst>
                <a:ext uri="{FF2B5EF4-FFF2-40B4-BE49-F238E27FC236}">
                  <a16:creationId xmlns:a16="http://schemas.microsoft.com/office/drawing/2014/main" id="{00B47693-A1EF-521D-C575-CB6A66E3AA42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29" name="제목 2">
              <a:extLst>
                <a:ext uri="{FF2B5EF4-FFF2-40B4-BE49-F238E27FC236}">
                  <a16:creationId xmlns:a16="http://schemas.microsoft.com/office/drawing/2014/main" id="{B5965262-B6DF-8124-3C86-A81F2463FEE0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78823881-17DF-97D5-DFDB-11E02024990A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7260990-7B10-0AAB-13DD-46D28798CF08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노드인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E91D18F-9436-7AA7-371E-B19151627A9E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C8FE94D-DABE-4276-43DA-AA1C48B3A77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8437908-26FD-1277-82B4-251843E7AF34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C89A6D-21EE-2EDE-F0F0-5E314E0A4014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842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B4E84-C241-6CE8-839C-722F0F64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D94E200-9501-70B6-9A24-69E6F788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637E50D-C07C-C355-8F7D-FF379E99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451616-869D-1723-993C-EC1D1676E401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A279374-47D8-1B05-3039-4A4193C02A1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EF62F0-DDB2-4BB1-A673-2D12325CE866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1D2C27-ABE6-5E2C-3133-1045DBC74AB2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682BCCD-8147-0E76-7B39-FDA8A54F4B4F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1F13635-BD08-067F-7F0B-360933059E4F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B840DB7-C5BA-09DD-421E-2853918F1C6E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0" name="제목 2">
              <a:extLst>
                <a:ext uri="{FF2B5EF4-FFF2-40B4-BE49-F238E27FC236}">
                  <a16:creationId xmlns:a16="http://schemas.microsoft.com/office/drawing/2014/main" id="{7BF5FD79-C27E-157B-5004-49CEDDCC3049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157563D-6757-464C-0DE5-692246CC3424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2" name="제목 2">
              <a:extLst>
                <a:ext uri="{FF2B5EF4-FFF2-40B4-BE49-F238E27FC236}">
                  <a16:creationId xmlns:a16="http://schemas.microsoft.com/office/drawing/2014/main" id="{D293BB45-C94A-72D1-B9FB-811E82E96127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397EC35-5A57-5A3F-C36D-7E40E054C2AD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4" name="제목 2">
              <a:extLst>
                <a:ext uri="{FF2B5EF4-FFF2-40B4-BE49-F238E27FC236}">
                  <a16:creationId xmlns:a16="http://schemas.microsoft.com/office/drawing/2014/main" id="{8954DD1B-96CC-2FF0-8EF0-BB6DE447A0A1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15AFE83-54D5-7937-0A71-941F6739643C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6" name="제목 2">
              <a:extLst>
                <a:ext uri="{FF2B5EF4-FFF2-40B4-BE49-F238E27FC236}">
                  <a16:creationId xmlns:a16="http://schemas.microsoft.com/office/drawing/2014/main" id="{8F6E9AE7-DF9F-4C88-F470-034C02EAA0EF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FBABCAA-DF70-6ED2-18A2-AEAC30CBCC94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8" name="제목 2">
              <a:extLst>
                <a:ext uri="{FF2B5EF4-FFF2-40B4-BE49-F238E27FC236}">
                  <a16:creationId xmlns:a16="http://schemas.microsoft.com/office/drawing/2014/main" id="{52473160-DDE7-4903-296F-3D074B589DB8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EBDAFA9-CB89-F6D9-D53A-E6637F6ED969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제목 2">
              <a:extLst>
                <a:ext uri="{FF2B5EF4-FFF2-40B4-BE49-F238E27FC236}">
                  <a16:creationId xmlns:a16="http://schemas.microsoft.com/office/drawing/2014/main" id="{ED17BEAE-6FD8-BDA4-1CFC-C57D2D641A22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∞</a:t>
              </a: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C6A38627-3B39-68C7-24F8-AADBB1248DC7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00233A5D-A3FE-0318-1842-546D0F668AD6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3ABDF1E-E886-8450-329B-952E5408968B}"/>
                </a:ext>
              </a:extLst>
            </p:cNvPr>
            <p:cNvCxnSpPr>
              <a:stCxn id="39" idx="5"/>
              <a:endCxn id="47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DA116754-C231-03B3-954C-460B16AD5ABE}"/>
                </a:ext>
              </a:extLst>
            </p:cNvPr>
            <p:cNvCxnSpPr>
              <a:stCxn id="41" idx="4"/>
              <a:endCxn id="47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9A5D7522-1ADC-ACBD-8770-589C5BA7A8B9}"/>
                </a:ext>
              </a:extLst>
            </p:cNvPr>
            <p:cNvCxnSpPr>
              <a:stCxn id="47" idx="6"/>
              <a:endCxn id="49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4DDD56E2-3FE9-00B6-689A-AB5B665B3565}"/>
                </a:ext>
              </a:extLst>
            </p:cNvPr>
            <p:cNvCxnSpPr>
              <a:stCxn id="49" idx="0"/>
              <a:endCxn id="43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9D8A8DCE-3CB8-54F4-4A49-C6919C98E57C}"/>
                </a:ext>
              </a:extLst>
            </p:cNvPr>
            <p:cNvCxnSpPr>
              <a:stCxn id="45" idx="0"/>
              <a:endCxn id="39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제목 2">
              <a:extLst>
                <a:ext uri="{FF2B5EF4-FFF2-40B4-BE49-F238E27FC236}">
                  <a16:creationId xmlns:a16="http://schemas.microsoft.com/office/drawing/2014/main" id="{6F1BB96A-1049-6239-78B0-F0979CD6A27F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AA5C2C8F-8359-AB79-7B1A-BD3C0DA23C30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0" name="제목 2">
              <a:extLst>
                <a:ext uri="{FF2B5EF4-FFF2-40B4-BE49-F238E27FC236}">
                  <a16:creationId xmlns:a16="http://schemas.microsoft.com/office/drawing/2014/main" id="{EC5CD874-8B5D-66C7-EA73-880949CB7800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61" name="제목 2">
              <a:extLst>
                <a:ext uri="{FF2B5EF4-FFF2-40B4-BE49-F238E27FC236}">
                  <a16:creationId xmlns:a16="http://schemas.microsoft.com/office/drawing/2014/main" id="{EFA9301F-F529-4E5B-322E-2CA48E846C74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62" name="제목 2">
              <a:extLst>
                <a:ext uri="{FF2B5EF4-FFF2-40B4-BE49-F238E27FC236}">
                  <a16:creationId xmlns:a16="http://schemas.microsoft.com/office/drawing/2014/main" id="{2B9448D6-8264-281A-F517-CEF9F6B3B2B9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63" name="제목 2">
              <a:extLst>
                <a:ext uri="{FF2B5EF4-FFF2-40B4-BE49-F238E27FC236}">
                  <a16:creationId xmlns:a16="http://schemas.microsoft.com/office/drawing/2014/main" id="{81A29340-F486-E8F3-3858-F81D0C76FA01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64" name="제목 2">
              <a:extLst>
                <a:ext uri="{FF2B5EF4-FFF2-40B4-BE49-F238E27FC236}">
                  <a16:creationId xmlns:a16="http://schemas.microsoft.com/office/drawing/2014/main" id="{600F4D87-7385-E6A3-E892-EB291AC10987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581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AA8B-F5B7-D9A3-BE00-20828F03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6AB75AB-C5B3-EBF6-230A-A5E8CBEA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692204-1FC2-34FA-09AE-73073109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6E9F703-0706-D105-1377-CF24295F4F77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94B5603-B21E-3631-17C5-12D14E50B5F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A1288D-3616-2EBF-58D0-45D257C216EC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24C4D1-0E9E-112E-5B6C-028DCAC1BB3E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EC9AEC-95AD-7443-E782-5706F90706BA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140BECF-FC4F-AB4D-28DE-468B49F7D2FA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429193D2-643A-495A-0EB5-5F58AAC46789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B23EE0B-588F-D22D-9BA1-3D20AC912636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19DC9344-5FE4-3DD6-1AD0-78BA42E86E73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A4EB97E-8021-D3AD-BC65-AB6A352B9468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528DE098-E881-9D0C-7360-4FA7233267BB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763ED4-7C26-F12B-2BDA-9B4ABF397988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제목 2">
              <a:extLst>
                <a:ext uri="{FF2B5EF4-FFF2-40B4-BE49-F238E27FC236}">
                  <a16:creationId xmlns:a16="http://schemas.microsoft.com/office/drawing/2014/main" id="{D7440B95-21FB-1FB7-6A8C-C05BCCFCC9C0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2D310E3-F7F4-E497-0C5E-13D758F4FA2E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0" name="제목 2">
              <a:extLst>
                <a:ext uri="{FF2B5EF4-FFF2-40B4-BE49-F238E27FC236}">
                  <a16:creationId xmlns:a16="http://schemas.microsoft.com/office/drawing/2014/main" id="{E68125D4-F680-C000-017E-A4798F491D3A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31C824D-22BE-1B9A-E5E6-BFC1FD58FECD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52CCC088-10AE-055E-0B7D-3884B2FD00D5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B6DB520-40F3-A11F-0FE9-FE1F903028BA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CD235B06-F788-D48F-4C3B-EC548151D818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4B497745-F5DC-2200-340B-D99D62144B1B}"/>
                </a:ext>
              </a:extLst>
            </p:cNvPr>
            <p:cNvCxnSpPr>
              <a:stCxn id="11" idx="5"/>
              <a:endCxn id="19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2BF2BEE-FDCD-3C2D-BB9B-5BAF37DEEBEF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DB184FE-F10D-2466-66F4-07825EED18C2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7CBCA5E-8A1D-D046-EB7A-4A7FCC65E053}"/>
                </a:ext>
              </a:extLst>
            </p:cNvPr>
            <p:cNvCxnSpPr>
              <a:stCxn id="21" idx="0"/>
              <a:endCxn id="15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3CA9EBE4-E3B7-E0F4-F80C-F8970BCFB10F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4DECD0B2-DF60-223C-91D9-BEF639E51CB4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E10D3467-4FB1-938B-0727-FD54D535EF23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32" name="제목 2">
              <a:extLst>
                <a:ext uri="{FF2B5EF4-FFF2-40B4-BE49-F238E27FC236}">
                  <a16:creationId xmlns:a16="http://schemas.microsoft.com/office/drawing/2014/main" id="{199322EA-E5BD-2675-3393-F5308D9EA98A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33" name="제목 2">
              <a:extLst>
                <a:ext uri="{FF2B5EF4-FFF2-40B4-BE49-F238E27FC236}">
                  <a16:creationId xmlns:a16="http://schemas.microsoft.com/office/drawing/2014/main" id="{656A51E5-9D75-B261-0E78-F325BEF61B26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34" name="제목 2">
              <a:extLst>
                <a:ext uri="{FF2B5EF4-FFF2-40B4-BE49-F238E27FC236}">
                  <a16:creationId xmlns:a16="http://schemas.microsoft.com/office/drawing/2014/main" id="{770FB4EF-3795-7403-BFC2-7AD007AD87F4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35" name="제목 2">
              <a:extLst>
                <a:ext uri="{FF2B5EF4-FFF2-40B4-BE49-F238E27FC236}">
                  <a16:creationId xmlns:a16="http://schemas.microsoft.com/office/drawing/2014/main" id="{393D052F-8F7A-C91F-3027-E9CAC45A8BF3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6" name="제목 2">
              <a:extLst>
                <a:ext uri="{FF2B5EF4-FFF2-40B4-BE49-F238E27FC236}">
                  <a16:creationId xmlns:a16="http://schemas.microsoft.com/office/drawing/2014/main" id="{BA8FF2EE-F804-5B25-182E-698D2432608D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F11AB97-094E-369D-EDD3-E8E9510604FE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173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B0C7D-A92B-A097-4898-0507FFBC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C093B21-6133-0126-6A6E-866EDC7E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36D071-EA81-D5F7-0EBE-77A8D828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112B234-E431-AF53-F2F1-FD0D19FEBB50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25D2D8F-1CAB-21C2-1F1C-994BB0C55CE0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FBB7C9-60B2-92E0-286C-17C5731308EE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33F63E-08A4-C3EC-1FC4-B1C8D3D31A17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4112C2-E741-C5DD-0537-977AEEF88126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764B977-0956-CD38-3BF5-F50F145C90A5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E8910D32-C080-ED1E-AC53-DF0FF57F822F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3A2EC7A-866D-C871-8215-AFE629002A6C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F4090669-4105-661C-FCC4-28AC5EFA0089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9E33EB3-8BBA-A67E-26B1-63301BD7FF10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70D1B6E1-A2F6-0770-70D7-6876CD2BE4AC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A66E146-32F8-C391-3032-C680796E6BE2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제목 2">
              <a:extLst>
                <a:ext uri="{FF2B5EF4-FFF2-40B4-BE49-F238E27FC236}">
                  <a16:creationId xmlns:a16="http://schemas.microsoft.com/office/drawing/2014/main" id="{F7178DCC-5536-4421-E4E9-8D3EF45ADD21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C6A4F4D-05CF-D5AA-8F2D-ACD58EA75ABB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0" name="제목 2">
              <a:extLst>
                <a:ext uri="{FF2B5EF4-FFF2-40B4-BE49-F238E27FC236}">
                  <a16:creationId xmlns:a16="http://schemas.microsoft.com/office/drawing/2014/main" id="{5D175A2E-5020-41A4-4D45-90B109916309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66B9CE1F-FABA-6FBD-FFD6-AC8B5AC36188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889C39D9-0CFC-972E-EF8D-23763AEC7B0B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618339B0-BA39-E478-00E4-B191074C93EA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4370A8CA-9192-FA81-24F7-350BA6AFA2AF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08B6EC0B-4112-D9DD-A85B-44D839B8FD25}"/>
                </a:ext>
              </a:extLst>
            </p:cNvPr>
            <p:cNvCxnSpPr>
              <a:stCxn id="11" idx="5"/>
              <a:endCxn id="19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5150340-003E-449C-321C-6159C5386FE3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1C76898-0343-574F-2373-7CBF80125AF5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87C5475-7193-47DF-6479-EC04B704BF3B}"/>
                </a:ext>
              </a:extLst>
            </p:cNvPr>
            <p:cNvCxnSpPr>
              <a:stCxn id="21" idx="0"/>
              <a:endCxn id="15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8BBB3A5E-1174-AF4D-B04D-57F151203531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D14DA1EE-AAD2-BFC0-12EA-164DD0D65A2C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76E21ED3-038C-2D96-289A-F1D369D66A8A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32" name="제목 2">
              <a:extLst>
                <a:ext uri="{FF2B5EF4-FFF2-40B4-BE49-F238E27FC236}">
                  <a16:creationId xmlns:a16="http://schemas.microsoft.com/office/drawing/2014/main" id="{769E7665-EC83-8342-5A55-6FF9CB0E311F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33" name="제목 2">
              <a:extLst>
                <a:ext uri="{FF2B5EF4-FFF2-40B4-BE49-F238E27FC236}">
                  <a16:creationId xmlns:a16="http://schemas.microsoft.com/office/drawing/2014/main" id="{BEC5800D-AFC6-795D-E258-813BBC00F180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34" name="제목 2">
              <a:extLst>
                <a:ext uri="{FF2B5EF4-FFF2-40B4-BE49-F238E27FC236}">
                  <a16:creationId xmlns:a16="http://schemas.microsoft.com/office/drawing/2014/main" id="{7615FF3E-20F8-5E2C-C1EC-A8E241B5AE43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35" name="제목 2">
              <a:extLst>
                <a:ext uri="{FF2B5EF4-FFF2-40B4-BE49-F238E27FC236}">
                  <a16:creationId xmlns:a16="http://schemas.microsoft.com/office/drawing/2014/main" id="{45A1D8DD-9609-3EFF-3572-25458F12F6CA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6" name="제목 2">
              <a:extLst>
                <a:ext uri="{FF2B5EF4-FFF2-40B4-BE49-F238E27FC236}">
                  <a16:creationId xmlns:a16="http://schemas.microsoft.com/office/drawing/2014/main" id="{39D5D031-B984-3D98-2BE5-3131F175FE34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7A3691B-FC4E-F052-19F6-4B7F0B6CAB09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053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E1066-2D52-EEB1-A43A-46ADD2ED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4A639AA-9E50-6590-265E-6D9B2759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1D2ED0-EC09-B37B-1C62-A69CEE94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9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23072D5-BEC1-54FE-AA98-46F94B9A3654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79EE2F8-B752-60EB-D277-BE17B61A98FD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1FBAE6-3E88-69D4-658B-BDDEE132F578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E74D53-BB48-4FC6-381F-9CA11BEDA5CB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E1E5AEC-0530-8280-9FC8-F7A8E2D57418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93C757A-875B-7182-0B8D-64E706483473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0" name="제목 2">
              <a:extLst>
                <a:ext uri="{FF2B5EF4-FFF2-40B4-BE49-F238E27FC236}">
                  <a16:creationId xmlns:a16="http://schemas.microsoft.com/office/drawing/2014/main" id="{9604D590-8889-6D33-7C93-A811A170FD31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4CCBC16-B9C1-11F1-ACF2-F4912DC9B0BE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2" name="제목 2">
              <a:extLst>
                <a:ext uri="{FF2B5EF4-FFF2-40B4-BE49-F238E27FC236}">
                  <a16:creationId xmlns:a16="http://schemas.microsoft.com/office/drawing/2014/main" id="{5FF523B4-ECB5-F8B8-482F-2608B9B203E6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8BEDF4D-29B1-6FCC-1BBC-43288F981BBD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4" name="제목 2">
              <a:extLst>
                <a:ext uri="{FF2B5EF4-FFF2-40B4-BE49-F238E27FC236}">
                  <a16:creationId xmlns:a16="http://schemas.microsoft.com/office/drawing/2014/main" id="{A1E532FF-1C1D-B296-072A-2FAC2F0480CD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2CDBF93-6884-498E-1E23-E63C1243CE97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6" name="제목 2">
              <a:extLst>
                <a:ext uri="{FF2B5EF4-FFF2-40B4-BE49-F238E27FC236}">
                  <a16:creationId xmlns:a16="http://schemas.microsoft.com/office/drawing/2014/main" id="{49D183F3-98B2-D91C-C001-35B50C6539A0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8716E0D-B070-561D-DDBE-BD0B506D0726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8" name="제목 2">
              <a:extLst>
                <a:ext uri="{FF2B5EF4-FFF2-40B4-BE49-F238E27FC236}">
                  <a16:creationId xmlns:a16="http://schemas.microsoft.com/office/drawing/2014/main" id="{B820D67B-188A-FDD3-9EFB-E4005946374A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FF772871-EC65-5D31-0289-7EC6114F5F60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제목 2">
              <a:extLst>
                <a:ext uri="{FF2B5EF4-FFF2-40B4-BE49-F238E27FC236}">
                  <a16:creationId xmlns:a16="http://schemas.microsoft.com/office/drawing/2014/main" id="{3B9216FD-59AC-C33E-51B1-97E0EBDEEBE4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1FAF26E7-7683-18E8-CCDC-BCFD973BE116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4BD6BDBC-EC5D-0E4E-B283-BFE27D392A98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2DEC3EC9-7411-CE9F-9E56-F55B7CE463DF}"/>
                </a:ext>
              </a:extLst>
            </p:cNvPr>
            <p:cNvCxnSpPr>
              <a:stCxn id="39" idx="5"/>
              <a:endCxn id="47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8778AA7C-A80C-920F-D25D-D49A3C76ECA0}"/>
                </a:ext>
              </a:extLst>
            </p:cNvPr>
            <p:cNvCxnSpPr>
              <a:stCxn id="41" idx="4"/>
              <a:endCxn id="47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41EAEADF-5BB1-6F3F-981D-66065B4437FE}"/>
                </a:ext>
              </a:extLst>
            </p:cNvPr>
            <p:cNvCxnSpPr>
              <a:stCxn id="47" idx="6"/>
              <a:endCxn id="49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A32A6E92-68CB-1BCF-7E6E-3CB5686D2409}"/>
                </a:ext>
              </a:extLst>
            </p:cNvPr>
            <p:cNvCxnSpPr>
              <a:stCxn id="49" idx="0"/>
              <a:endCxn id="43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B924F03-CC80-8E77-EBA3-36318DD317BD}"/>
                </a:ext>
              </a:extLst>
            </p:cNvPr>
            <p:cNvCxnSpPr>
              <a:stCxn id="45" idx="0"/>
              <a:endCxn id="39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제목 2">
              <a:extLst>
                <a:ext uri="{FF2B5EF4-FFF2-40B4-BE49-F238E27FC236}">
                  <a16:creationId xmlns:a16="http://schemas.microsoft.com/office/drawing/2014/main" id="{58BFE3B0-5777-0725-2A5A-AB38775A75E0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C8642E58-E6C6-1D4C-89C2-AE725DCE32B7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0" name="제목 2">
              <a:extLst>
                <a:ext uri="{FF2B5EF4-FFF2-40B4-BE49-F238E27FC236}">
                  <a16:creationId xmlns:a16="http://schemas.microsoft.com/office/drawing/2014/main" id="{8D84C27B-61F8-DF6E-1E46-F98A54FE60A4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61" name="제목 2">
              <a:extLst>
                <a:ext uri="{FF2B5EF4-FFF2-40B4-BE49-F238E27FC236}">
                  <a16:creationId xmlns:a16="http://schemas.microsoft.com/office/drawing/2014/main" id="{3D134B84-C582-B2BE-D9EA-5C3FFA450C04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62" name="제목 2">
              <a:extLst>
                <a:ext uri="{FF2B5EF4-FFF2-40B4-BE49-F238E27FC236}">
                  <a16:creationId xmlns:a16="http://schemas.microsoft.com/office/drawing/2014/main" id="{3D1C7C68-842F-ABAC-34DB-B67B98B2F9F8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63" name="제목 2">
              <a:extLst>
                <a:ext uri="{FF2B5EF4-FFF2-40B4-BE49-F238E27FC236}">
                  <a16:creationId xmlns:a16="http://schemas.microsoft.com/office/drawing/2014/main" id="{1520BB89-6192-4AD3-C200-8E19765D5DB6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64" name="제목 2">
              <a:extLst>
                <a:ext uri="{FF2B5EF4-FFF2-40B4-BE49-F238E27FC236}">
                  <a16:creationId xmlns:a16="http://schemas.microsoft.com/office/drawing/2014/main" id="{D4DAFAB0-573B-430C-0675-472B91098E07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176F7B7-B28C-145F-304C-1C5B0C039E82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813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0C35-8D70-3E33-47C2-1C0CD29B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BDA0D08-90E1-B0D8-1337-833E29E9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2DFE87-A2C0-6563-A20F-2D085499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10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3E488E4-F7D9-16E7-46D4-0F834A23EE89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F1BD138-ACF4-5F2E-FD31-78E348B91F2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1893C6-5698-9D25-A141-F2710560BA95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F7054F-2581-D3FF-36AF-5AFA97A2BFA7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E1C523F-42AD-9C55-067F-43F5BAAE6CB8}"/>
              </a:ext>
            </a:extLst>
          </p:cNvPr>
          <p:cNvGrpSpPr/>
          <p:nvPr/>
        </p:nvGrpSpPr>
        <p:grpSpPr>
          <a:xfrm>
            <a:off x="1588982" y="2933296"/>
            <a:ext cx="5008157" cy="2831866"/>
            <a:chOff x="1588982" y="2933296"/>
            <a:chExt cx="5008157" cy="28318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C602985-1F84-6E4F-81AC-99BD7F76775D}"/>
                </a:ext>
              </a:extLst>
            </p:cNvPr>
            <p:cNvSpPr/>
            <p:nvPr/>
          </p:nvSpPr>
          <p:spPr>
            <a:xfrm>
              <a:off x="1588982" y="2936068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30795AB6-B280-2096-B62A-86004F2C3201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3033049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72E3DA3-1380-F15A-7A49-04FDD4EEF35D}"/>
                </a:ext>
              </a:extLst>
            </p:cNvPr>
            <p:cNvSpPr/>
            <p:nvPr/>
          </p:nvSpPr>
          <p:spPr>
            <a:xfrm>
              <a:off x="3685737" y="293606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15E3C3E6-4D26-A51E-8647-41EC67C2430A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3033049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29627C3-EBBF-5675-BF06-33860A71DB29}"/>
                </a:ext>
              </a:extLst>
            </p:cNvPr>
            <p:cNvSpPr/>
            <p:nvPr/>
          </p:nvSpPr>
          <p:spPr>
            <a:xfrm>
              <a:off x="5782491" y="293329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3E16AAA7-C8DB-B9B6-024B-BEECBCD9CF08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3066299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2B8FFF2-22A6-5721-EB6A-0D174E7DDEDC}"/>
                </a:ext>
              </a:extLst>
            </p:cNvPr>
            <p:cNvSpPr/>
            <p:nvPr/>
          </p:nvSpPr>
          <p:spPr>
            <a:xfrm>
              <a:off x="1588982" y="491726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제목 2">
              <a:extLst>
                <a:ext uri="{FF2B5EF4-FFF2-40B4-BE49-F238E27FC236}">
                  <a16:creationId xmlns:a16="http://schemas.microsoft.com/office/drawing/2014/main" id="{37C4269C-75E1-B05A-1D1E-7068BD1615E0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5047496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078CEDB-7F4D-265D-21E2-0C6EB1B43D1C}"/>
                </a:ext>
              </a:extLst>
            </p:cNvPr>
            <p:cNvSpPr/>
            <p:nvPr/>
          </p:nvSpPr>
          <p:spPr>
            <a:xfrm>
              <a:off x="3685737" y="491726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0" name="제목 2">
              <a:extLst>
                <a:ext uri="{FF2B5EF4-FFF2-40B4-BE49-F238E27FC236}">
                  <a16:creationId xmlns:a16="http://schemas.microsoft.com/office/drawing/2014/main" id="{0D093345-5200-DCD5-E737-D1C0C063B9EB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5014246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4EB1C39-1624-B64C-47B2-ED3FFBB0FDF4}"/>
                </a:ext>
              </a:extLst>
            </p:cNvPr>
            <p:cNvSpPr/>
            <p:nvPr/>
          </p:nvSpPr>
          <p:spPr>
            <a:xfrm>
              <a:off x="5782491" y="4914493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24AFE7C3-0323-1BC7-69AD-07CB375097CE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5047496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8E2071A-76DC-8D1E-313D-A28A763EEA05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2403629" y="3343392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DAAF52DD-A714-DDC8-3F98-46343762C1C9}"/>
                </a:ext>
              </a:extLst>
            </p:cNvPr>
            <p:cNvCxnSpPr/>
            <p:nvPr/>
          </p:nvCxnSpPr>
          <p:spPr>
            <a:xfrm>
              <a:off x="4500384" y="3343392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AFEA0E6-D74D-31AF-2E05-59997B095696}"/>
                </a:ext>
              </a:extLst>
            </p:cNvPr>
            <p:cNvCxnSpPr>
              <a:stCxn id="11" idx="5"/>
              <a:endCxn id="19" idx="1"/>
            </p:cNvCxnSpPr>
            <p:nvPr/>
          </p:nvCxnSpPr>
          <p:spPr>
            <a:xfrm>
              <a:off x="2284327" y="3631413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59357AC3-720C-AC80-59EE-833EF981E4C4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4093061" y="375071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62BF3F77-78E5-18DA-84A2-F909614ACD02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 flipV="1">
              <a:off x="4500384" y="5321817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89B6F0B1-69D4-0B69-416E-1576CBF1B308}"/>
                </a:ext>
              </a:extLst>
            </p:cNvPr>
            <p:cNvCxnSpPr>
              <a:stCxn id="21" idx="0"/>
              <a:endCxn id="15" idx="4"/>
            </p:cNvCxnSpPr>
            <p:nvPr/>
          </p:nvCxnSpPr>
          <p:spPr>
            <a:xfrm flipV="1">
              <a:off x="6189815" y="374794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BD32D52-7905-D02B-B482-325BE54B41A7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V="1">
              <a:off x="1996306" y="375071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BC15BF16-C084-3DDC-8AAA-DCD53B24465F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98564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B64FCF05-5E4D-F146-EFE4-A395BD4A4E2B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995166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32" name="제목 2">
              <a:extLst>
                <a:ext uri="{FF2B5EF4-FFF2-40B4-BE49-F238E27FC236}">
                  <a16:creationId xmlns:a16="http://schemas.microsoft.com/office/drawing/2014/main" id="{0E35268B-F35B-6333-869F-4974B9AC3B3B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417629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33" name="제목 2">
              <a:extLst>
                <a:ext uri="{FF2B5EF4-FFF2-40B4-BE49-F238E27FC236}">
                  <a16:creationId xmlns:a16="http://schemas.microsoft.com/office/drawing/2014/main" id="{2B5B85B5-4896-0FA7-FEB4-8078C8C3B9C9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417629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34" name="제목 2">
              <a:extLst>
                <a:ext uri="{FF2B5EF4-FFF2-40B4-BE49-F238E27FC236}">
                  <a16:creationId xmlns:a16="http://schemas.microsoft.com/office/drawing/2014/main" id="{AE45C67B-8572-5809-D4E1-04A32158DAAE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995166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35" name="제목 2">
              <a:extLst>
                <a:ext uri="{FF2B5EF4-FFF2-40B4-BE49-F238E27FC236}">
                  <a16:creationId xmlns:a16="http://schemas.microsoft.com/office/drawing/2014/main" id="{BFFA8BBA-20F3-2FD9-CB92-2C1866195F0E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97624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6" name="제목 2">
              <a:extLst>
                <a:ext uri="{FF2B5EF4-FFF2-40B4-BE49-F238E27FC236}">
                  <a16:creationId xmlns:a16="http://schemas.microsoft.com/office/drawing/2014/main" id="{1952C162-0686-3971-DF54-9C24094BBEE6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417948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6B2F656-8C98-DA2D-3B88-91639C2C6FCD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20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E539-F85E-F388-E378-DC142B91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3F3A9D4-74A8-84E8-2D44-671FE806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19D2760-0456-310C-BD07-CCC9A929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6B48BDD-4426-F627-E284-AD78D4CB9783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DA8A73-B2DF-5FC0-AEA7-929E2E5C03B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507B3E-5657-2B81-B10C-0D9189391199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E92615-4C83-59FA-63B6-08EE298EF200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F3B93D7-5863-F8B5-069F-5B36D62C42B6}"/>
              </a:ext>
            </a:extLst>
          </p:cNvPr>
          <p:cNvSpPr txBox="1"/>
          <p:nvPr/>
        </p:nvSpPr>
        <p:spPr>
          <a:xfrm>
            <a:off x="833537" y="2097759"/>
            <a:ext cx="8634095" cy="2823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시작 노드로부터 다른 노드 사이의 최단 거리를 모두 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INF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설정한다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시작 노드와의 거리가 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짧은 노드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방문한다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최단 거리를 갱신한다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모든 노드에 방문할 때까지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2~3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을 반복한다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짧은 노드를 빠르게 찾기 위해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en-US" altLang="ko-KR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‘</a:t>
            </a:r>
            <a:r>
              <a:rPr lang="ko-KR" altLang="en-US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우선순위 큐</a:t>
            </a:r>
            <a:r>
              <a:rPr lang="en-US" altLang="ko-KR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’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자료구조를 사용합니다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4721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12F8B-54E9-FA2D-31B1-5ADDA347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EB940A4-BA56-2BFA-6B28-03BC5CC2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B374BE-C3C5-D605-283B-EB7C97AD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37C41F-3446-7A95-1C51-F0135BADA66E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EE321F-217C-79B1-5C44-1684D52D26B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4C7D51-241F-6A91-7B77-DBCDB92709A3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D3DE56-84D2-54B7-F58D-2A9436F36DB9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F91DD02-4881-F333-882D-D22D0A16FCDC}"/>
              </a:ext>
            </a:extLst>
          </p:cNvPr>
          <p:cNvSpPr txBox="1"/>
          <p:nvPr/>
        </p:nvSpPr>
        <p:spPr>
          <a:xfrm>
            <a:off x="833537" y="2112567"/>
            <a:ext cx="10224274" cy="1438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BFS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 </a:t>
            </a:r>
            <a:r>
              <a:rPr lang="ko-KR" altLang="en-US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정점 간의 최단거리를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구할 때 사용된다는 것이 기억나시나요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? 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다익스트라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알고리즘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쉽게 생각하면 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BFS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 큐 대신 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우선순위 큐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사용해 </a:t>
            </a:r>
            <a:r>
              <a:rPr lang="en-US" altLang="ko-KR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Greedy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하게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간선의 가중치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거리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처리함으로써 효율적으로 최단경로를 확정하는 알고리즘입니다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1608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3ED4-582B-748B-9B88-572176EF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27C6366-0A80-0207-C197-7D51C19E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84DEC8-5D4C-0518-8685-49A20B3A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6628A1-C462-90C7-4C88-5825F3B58F1A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17CE679-3221-BEC9-A221-E79D47C510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725503-8069-0DB2-41E6-254DDD6D1CB4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86DFD9-D672-3A25-8AE9-127FD9CE1040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68FEFDD9-0D2D-90D5-B74B-37EB10CCDCA7}"/>
              </a:ext>
            </a:extLst>
          </p:cNvPr>
          <p:cNvSpPr/>
          <p:nvPr/>
        </p:nvSpPr>
        <p:spPr>
          <a:xfrm>
            <a:off x="1588982" y="2700400"/>
            <a:ext cx="814647" cy="814647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37" name="제목 2">
            <a:extLst>
              <a:ext uri="{FF2B5EF4-FFF2-40B4-BE49-F238E27FC236}">
                <a16:creationId xmlns:a16="http://schemas.microsoft.com/office/drawing/2014/main" id="{E5DC240C-5844-A0A8-52D7-156885F460F3}"/>
              </a:ext>
            </a:extLst>
          </p:cNvPr>
          <p:cNvSpPr txBox="1">
            <a:spLocks/>
          </p:cNvSpPr>
          <p:nvPr/>
        </p:nvSpPr>
        <p:spPr>
          <a:xfrm>
            <a:off x="1588982" y="2797381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0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ED83904-982A-B519-D005-ACD57336BD1F}"/>
              </a:ext>
            </a:extLst>
          </p:cNvPr>
          <p:cNvSpPr/>
          <p:nvPr/>
        </p:nvSpPr>
        <p:spPr>
          <a:xfrm>
            <a:off x="3685737" y="2700400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39" name="제목 2">
            <a:extLst>
              <a:ext uri="{FF2B5EF4-FFF2-40B4-BE49-F238E27FC236}">
                <a16:creationId xmlns:a16="http://schemas.microsoft.com/office/drawing/2014/main" id="{2072417E-F7D4-C938-CDAF-71C740D15893}"/>
              </a:ext>
            </a:extLst>
          </p:cNvPr>
          <p:cNvSpPr txBox="1">
            <a:spLocks/>
          </p:cNvSpPr>
          <p:nvPr/>
        </p:nvSpPr>
        <p:spPr>
          <a:xfrm>
            <a:off x="3685737" y="2797381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7EF7906-B115-7536-01FE-09F20527F29C}"/>
              </a:ext>
            </a:extLst>
          </p:cNvPr>
          <p:cNvSpPr/>
          <p:nvPr/>
        </p:nvSpPr>
        <p:spPr>
          <a:xfrm>
            <a:off x="5782491" y="2697628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1" name="제목 2">
            <a:extLst>
              <a:ext uri="{FF2B5EF4-FFF2-40B4-BE49-F238E27FC236}">
                <a16:creationId xmlns:a16="http://schemas.microsoft.com/office/drawing/2014/main" id="{FF4B6CAC-BFB7-1251-F730-21466297FD81}"/>
              </a:ext>
            </a:extLst>
          </p:cNvPr>
          <p:cNvSpPr txBox="1">
            <a:spLocks/>
          </p:cNvSpPr>
          <p:nvPr/>
        </p:nvSpPr>
        <p:spPr>
          <a:xfrm>
            <a:off x="5782492" y="2830631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C619EE2-6723-062D-B410-AA70F32DCEC3}"/>
              </a:ext>
            </a:extLst>
          </p:cNvPr>
          <p:cNvSpPr/>
          <p:nvPr/>
        </p:nvSpPr>
        <p:spPr>
          <a:xfrm>
            <a:off x="1588982" y="4681597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3" name="제목 2">
            <a:extLst>
              <a:ext uri="{FF2B5EF4-FFF2-40B4-BE49-F238E27FC236}">
                <a16:creationId xmlns:a16="http://schemas.microsoft.com/office/drawing/2014/main" id="{09BF1A9C-4C86-37C7-08F1-AC868BDA6099}"/>
              </a:ext>
            </a:extLst>
          </p:cNvPr>
          <p:cNvSpPr txBox="1">
            <a:spLocks/>
          </p:cNvSpPr>
          <p:nvPr/>
        </p:nvSpPr>
        <p:spPr>
          <a:xfrm>
            <a:off x="1588982" y="4811828"/>
            <a:ext cx="814647" cy="68441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7C8908E-0602-2231-9F21-7D6ED92AC7E9}"/>
              </a:ext>
            </a:extLst>
          </p:cNvPr>
          <p:cNvSpPr/>
          <p:nvPr/>
        </p:nvSpPr>
        <p:spPr>
          <a:xfrm>
            <a:off x="3685737" y="4681597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5" name="제목 2">
            <a:extLst>
              <a:ext uri="{FF2B5EF4-FFF2-40B4-BE49-F238E27FC236}">
                <a16:creationId xmlns:a16="http://schemas.microsoft.com/office/drawing/2014/main" id="{753D2CD3-02B6-EB26-BA24-C6B3193408C7}"/>
              </a:ext>
            </a:extLst>
          </p:cNvPr>
          <p:cNvSpPr txBox="1">
            <a:spLocks/>
          </p:cNvSpPr>
          <p:nvPr/>
        </p:nvSpPr>
        <p:spPr>
          <a:xfrm>
            <a:off x="3685737" y="4778578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F31DD0D-316C-0B05-C3D1-0CF09354DB5F}"/>
              </a:ext>
            </a:extLst>
          </p:cNvPr>
          <p:cNvSpPr/>
          <p:nvPr/>
        </p:nvSpPr>
        <p:spPr>
          <a:xfrm>
            <a:off x="5782491" y="4678825"/>
            <a:ext cx="814647" cy="81464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7" name="제목 2">
            <a:extLst>
              <a:ext uri="{FF2B5EF4-FFF2-40B4-BE49-F238E27FC236}">
                <a16:creationId xmlns:a16="http://schemas.microsoft.com/office/drawing/2014/main" id="{03EBE1C6-D2F1-2BC1-98F8-6DBF0F15B926}"/>
              </a:ext>
            </a:extLst>
          </p:cNvPr>
          <p:cNvSpPr txBox="1">
            <a:spLocks/>
          </p:cNvSpPr>
          <p:nvPr/>
        </p:nvSpPr>
        <p:spPr>
          <a:xfrm>
            <a:off x="5782492" y="4811828"/>
            <a:ext cx="814647" cy="717666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∞</a:t>
            </a: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2E5A099-1193-BDE7-EDC0-75498DA9A49E}"/>
              </a:ext>
            </a:extLst>
          </p:cNvPr>
          <p:cNvCxnSpPr>
            <a:stCxn id="36" idx="6"/>
            <a:endCxn id="38" idx="2"/>
          </p:cNvCxnSpPr>
          <p:nvPr/>
        </p:nvCxnSpPr>
        <p:spPr>
          <a:xfrm>
            <a:off x="2403629" y="3107724"/>
            <a:ext cx="12821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6F450B4-2568-60F5-291A-01D4AB5EDBCF}"/>
              </a:ext>
            </a:extLst>
          </p:cNvPr>
          <p:cNvCxnSpPr/>
          <p:nvPr/>
        </p:nvCxnSpPr>
        <p:spPr>
          <a:xfrm>
            <a:off x="4500384" y="3107724"/>
            <a:ext cx="12821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C8BC375-9258-B9D9-28AC-60D6A0F26732}"/>
              </a:ext>
            </a:extLst>
          </p:cNvPr>
          <p:cNvCxnSpPr>
            <a:stCxn id="36" idx="5"/>
            <a:endCxn id="44" idx="1"/>
          </p:cNvCxnSpPr>
          <p:nvPr/>
        </p:nvCxnSpPr>
        <p:spPr>
          <a:xfrm>
            <a:off x="2284327" y="3395745"/>
            <a:ext cx="1520712" cy="14051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E256C9A-2E3F-6D3D-7ABC-3394553AD0EA}"/>
              </a:ext>
            </a:extLst>
          </p:cNvPr>
          <p:cNvCxnSpPr>
            <a:stCxn id="38" idx="4"/>
            <a:endCxn id="44" idx="0"/>
          </p:cNvCxnSpPr>
          <p:nvPr/>
        </p:nvCxnSpPr>
        <p:spPr>
          <a:xfrm>
            <a:off x="4093061" y="3515047"/>
            <a:ext cx="0" cy="116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E40015C-BA8C-CCB7-FC51-EC2A4DABB259}"/>
              </a:ext>
            </a:extLst>
          </p:cNvPr>
          <p:cNvCxnSpPr>
            <a:stCxn id="44" idx="6"/>
            <a:endCxn id="46" idx="2"/>
          </p:cNvCxnSpPr>
          <p:nvPr/>
        </p:nvCxnSpPr>
        <p:spPr>
          <a:xfrm flipV="1">
            <a:off x="4500384" y="5086149"/>
            <a:ext cx="1282107" cy="27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F1E347-101B-3260-BD37-B6B1E2C14F55}"/>
              </a:ext>
            </a:extLst>
          </p:cNvPr>
          <p:cNvCxnSpPr>
            <a:stCxn id="46" idx="0"/>
            <a:endCxn id="40" idx="4"/>
          </p:cNvCxnSpPr>
          <p:nvPr/>
        </p:nvCxnSpPr>
        <p:spPr>
          <a:xfrm flipV="1">
            <a:off x="6189815" y="3512275"/>
            <a:ext cx="0" cy="116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6A9268A-C400-F9ED-515D-359DDA64FD89}"/>
              </a:ext>
            </a:extLst>
          </p:cNvPr>
          <p:cNvCxnSpPr>
            <a:stCxn id="42" idx="0"/>
            <a:endCxn id="36" idx="4"/>
          </p:cNvCxnSpPr>
          <p:nvPr/>
        </p:nvCxnSpPr>
        <p:spPr>
          <a:xfrm flipV="1">
            <a:off x="1996306" y="3515047"/>
            <a:ext cx="0" cy="116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제목 2">
            <a:extLst>
              <a:ext uri="{FF2B5EF4-FFF2-40B4-BE49-F238E27FC236}">
                <a16:creationId xmlns:a16="http://schemas.microsoft.com/office/drawing/2014/main" id="{43E2E99B-84AE-21A1-7B68-7728F56F2ED5}"/>
              </a:ext>
            </a:extLst>
          </p:cNvPr>
          <p:cNvSpPr txBox="1">
            <a:spLocks/>
          </p:cNvSpPr>
          <p:nvPr/>
        </p:nvSpPr>
        <p:spPr>
          <a:xfrm>
            <a:off x="2931162" y="3749979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4</a:t>
            </a:r>
          </a:p>
        </p:txBody>
      </p:sp>
      <p:sp>
        <p:nvSpPr>
          <p:cNvPr id="56" name="제목 2">
            <a:extLst>
              <a:ext uri="{FF2B5EF4-FFF2-40B4-BE49-F238E27FC236}">
                <a16:creationId xmlns:a16="http://schemas.microsoft.com/office/drawing/2014/main" id="{62DE334F-F26B-F6C2-CDB0-8D24E20DFB8E}"/>
              </a:ext>
            </a:extLst>
          </p:cNvPr>
          <p:cNvSpPr txBox="1">
            <a:spLocks/>
          </p:cNvSpPr>
          <p:nvPr/>
        </p:nvSpPr>
        <p:spPr>
          <a:xfrm>
            <a:off x="2858081" y="2759498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</a:t>
            </a:r>
          </a:p>
        </p:txBody>
      </p:sp>
      <p:sp>
        <p:nvSpPr>
          <p:cNvPr id="57" name="제목 2">
            <a:extLst>
              <a:ext uri="{FF2B5EF4-FFF2-40B4-BE49-F238E27FC236}">
                <a16:creationId xmlns:a16="http://schemas.microsoft.com/office/drawing/2014/main" id="{DB788E45-92FC-FAF3-B257-AEE502E9302F}"/>
              </a:ext>
            </a:extLst>
          </p:cNvPr>
          <p:cNvSpPr txBox="1">
            <a:spLocks/>
          </p:cNvSpPr>
          <p:nvPr/>
        </p:nvSpPr>
        <p:spPr>
          <a:xfrm>
            <a:off x="4071265" y="3940625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</a:p>
        </p:txBody>
      </p:sp>
      <p:sp>
        <p:nvSpPr>
          <p:cNvPr id="58" name="제목 2">
            <a:extLst>
              <a:ext uri="{FF2B5EF4-FFF2-40B4-BE49-F238E27FC236}">
                <a16:creationId xmlns:a16="http://schemas.microsoft.com/office/drawing/2014/main" id="{131ECBEF-2117-C2AE-AB76-2848694BF364}"/>
              </a:ext>
            </a:extLst>
          </p:cNvPr>
          <p:cNvSpPr txBox="1">
            <a:spLocks/>
          </p:cNvSpPr>
          <p:nvPr/>
        </p:nvSpPr>
        <p:spPr>
          <a:xfrm>
            <a:off x="1950045" y="3940625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3</a:t>
            </a:r>
          </a:p>
        </p:txBody>
      </p:sp>
      <p:sp>
        <p:nvSpPr>
          <p:cNvPr id="59" name="제목 2">
            <a:extLst>
              <a:ext uri="{FF2B5EF4-FFF2-40B4-BE49-F238E27FC236}">
                <a16:creationId xmlns:a16="http://schemas.microsoft.com/office/drawing/2014/main" id="{596E05B7-29AB-0714-36FD-3DA8B1761340}"/>
              </a:ext>
            </a:extLst>
          </p:cNvPr>
          <p:cNvSpPr txBox="1">
            <a:spLocks/>
          </p:cNvSpPr>
          <p:nvPr/>
        </p:nvSpPr>
        <p:spPr>
          <a:xfrm>
            <a:off x="4920674" y="2759498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5</a:t>
            </a:r>
          </a:p>
        </p:txBody>
      </p:sp>
      <p:sp>
        <p:nvSpPr>
          <p:cNvPr id="60" name="제목 2">
            <a:extLst>
              <a:ext uri="{FF2B5EF4-FFF2-40B4-BE49-F238E27FC236}">
                <a16:creationId xmlns:a16="http://schemas.microsoft.com/office/drawing/2014/main" id="{824423D9-85A8-691F-A10F-AE3CB828537C}"/>
              </a:ext>
            </a:extLst>
          </p:cNvPr>
          <p:cNvSpPr txBox="1">
            <a:spLocks/>
          </p:cNvSpPr>
          <p:nvPr/>
        </p:nvSpPr>
        <p:spPr>
          <a:xfrm>
            <a:off x="4920003" y="4740577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6</a:t>
            </a:r>
          </a:p>
        </p:txBody>
      </p:sp>
      <p:sp>
        <p:nvSpPr>
          <p:cNvPr id="61" name="제목 2">
            <a:extLst>
              <a:ext uri="{FF2B5EF4-FFF2-40B4-BE49-F238E27FC236}">
                <a16:creationId xmlns:a16="http://schemas.microsoft.com/office/drawing/2014/main" id="{B8D884C6-49A8-B075-5251-4A423BBB1B63}"/>
              </a:ext>
            </a:extLst>
          </p:cNvPr>
          <p:cNvSpPr txBox="1">
            <a:spLocks/>
          </p:cNvSpPr>
          <p:nvPr/>
        </p:nvSpPr>
        <p:spPr>
          <a:xfrm>
            <a:off x="6187347" y="3943813"/>
            <a:ext cx="334285" cy="345571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5AC308-4AEC-6D69-B388-9EF090358500}"/>
              </a:ext>
            </a:extLst>
          </p:cNvPr>
          <p:cNvSpPr txBox="1"/>
          <p:nvPr/>
        </p:nvSpPr>
        <p:spPr>
          <a:xfrm>
            <a:off x="833537" y="1587141"/>
            <a:ext cx="6682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출발 정점 </a:t>
            </a:r>
            <a:r>
              <a:rPr lang="en-US" altLang="ko-KR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 출발 정점 </a:t>
            </a:r>
            <a:r>
              <a:rPr lang="en-US" altLang="ko-KR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까지의 거리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으로 확정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graphicFrame>
        <p:nvGraphicFramePr>
          <p:cNvPr id="65" name="표 65">
            <a:extLst>
              <a:ext uri="{FF2B5EF4-FFF2-40B4-BE49-F238E27FC236}">
                <a16:creationId xmlns:a16="http://schemas.microsoft.com/office/drawing/2014/main" id="{9D4F0144-4516-1383-81A0-2F4DF14D0202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A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A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0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AADEC145-EC72-F111-CF12-53DA15B66C19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184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106F9-E199-9669-2436-C2A27B48D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07FFC10-16B8-CB7D-41D8-9DC31286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4C782E-6289-E8AB-9167-31DCDED6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14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183F538-9D1A-C5CF-C35E-F0D0F948B041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F32AFB5-9058-6E1F-F25D-170B54D8ACE2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6" name="제목 2">
              <a:extLst>
                <a:ext uri="{FF2B5EF4-FFF2-40B4-BE49-F238E27FC236}">
                  <a16:creationId xmlns:a16="http://schemas.microsoft.com/office/drawing/2014/main" id="{20803A6E-58A6-6069-5E92-5D19657BC15D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rgbClr val="5F2CC6"/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rgbClr val="5F2CC6"/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A72EA0F-632F-E796-C419-FF31AECF9EF7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제목 2">
              <a:extLst>
                <a:ext uri="{FF2B5EF4-FFF2-40B4-BE49-F238E27FC236}">
                  <a16:creationId xmlns:a16="http://schemas.microsoft.com/office/drawing/2014/main" id="{10019538-5247-2A65-68B0-30AAE64AD2AB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9CB475F-3510-3C55-4135-F51752215E61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0" name="제목 2">
              <a:extLst>
                <a:ext uri="{FF2B5EF4-FFF2-40B4-BE49-F238E27FC236}">
                  <a16:creationId xmlns:a16="http://schemas.microsoft.com/office/drawing/2014/main" id="{5DCDEB3E-673C-2247-9A49-F1E8808681FA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∞</a:t>
              </a: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659845D-34E8-66D1-7DF9-840D3F14FDF3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3844FE2A-505F-80B9-D8D2-0385AA0876C6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2CED574-5D22-A5B2-3B76-33491582CB8D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9F1A68FC-66C5-0EE1-F348-21E29BBE0F74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A20B0BC-1779-3255-86F9-1B26E1C5DD8E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16AE28F6-9A95-3132-B8D2-9F1EE7ACFC64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∞</a:t>
              </a: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1FFC567-CF8B-42D1-73AA-1F72BEFB4CF2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C12403A-5D4E-50A4-A2FA-E8B4F245F692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1FCB1B76-ACCD-5BEA-23AC-17346B8541FD}"/>
                </a:ext>
              </a:extLst>
            </p:cNvPr>
            <p:cNvCxnSpPr>
              <a:stCxn id="5" idx="5"/>
              <a:endCxn id="13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8C2D56-F453-F815-DDDF-00D5D710A35D}"/>
                </a:ext>
              </a:extLst>
            </p:cNvPr>
            <p:cNvCxnSpPr>
              <a:stCxn id="7" idx="4"/>
              <a:endCxn id="13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46E99CE4-9586-6AA2-8506-2992AFB2191C}"/>
                </a:ext>
              </a:extLst>
            </p:cNvPr>
            <p:cNvCxnSpPr>
              <a:stCxn id="13" idx="6"/>
              <a:endCxn id="15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D6C8F29A-A5E7-B88B-5DFD-57EB7220FCD4}"/>
                </a:ext>
              </a:extLst>
            </p:cNvPr>
            <p:cNvCxnSpPr>
              <a:stCxn id="15" idx="0"/>
              <a:endCxn id="9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5F1E8804-A309-986E-A116-57D84B715F3E}"/>
                </a:ext>
              </a:extLst>
            </p:cNvPr>
            <p:cNvCxnSpPr>
              <a:stCxn id="11" idx="0"/>
              <a:endCxn id="5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제목 2">
              <a:extLst>
                <a:ext uri="{FF2B5EF4-FFF2-40B4-BE49-F238E27FC236}">
                  <a16:creationId xmlns:a16="http://schemas.microsoft.com/office/drawing/2014/main" id="{D7B7B1CE-9F89-F3FA-9397-1D2268072F8D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25" name="제목 2">
              <a:extLst>
                <a:ext uri="{FF2B5EF4-FFF2-40B4-BE49-F238E27FC236}">
                  <a16:creationId xmlns:a16="http://schemas.microsoft.com/office/drawing/2014/main" id="{E1C81BB8-A538-61FC-0D41-C834EC02E8B0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26" name="제목 2">
              <a:extLst>
                <a:ext uri="{FF2B5EF4-FFF2-40B4-BE49-F238E27FC236}">
                  <a16:creationId xmlns:a16="http://schemas.microsoft.com/office/drawing/2014/main" id="{5149571C-80E7-14A1-25E1-8BFEF33FDCB6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27" name="제목 2">
              <a:extLst>
                <a:ext uri="{FF2B5EF4-FFF2-40B4-BE49-F238E27FC236}">
                  <a16:creationId xmlns:a16="http://schemas.microsoft.com/office/drawing/2014/main" id="{49EEE60F-5143-D838-C029-C3AA933780F2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8" name="제목 2">
              <a:extLst>
                <a:ext uri="{FF2B5EF4-FFF2-40B4-BE49-F238E27FC236}">
                  <a16:creationId xmlns:a16="http://schemas.microsoft.com/office/drawing/2014/main" id="{A463EB62-F894-3525-DC4F-062ACB8D747B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29" name="제목 2">
              <a:extLst>
                <a:ext uri="{FF2B5EF4-FFF2-40B4-BE49-F238E27FC236}">
                  <a16:creationId xmlns:a16="http://schemas.microsoft.com/office/drawing/2014/main" id="{A60CEC9E-B889-7AA9-94F0-36E1201BAD1E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D1052549-FFC8-7267-620A-04602BE17968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2CEE707-E60B-057D-15C8-3CC6EFD69092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B7785FF-6474-F3A9-9E80-CA98366E1E4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822A4C-C455-BA5D-3F6B-3CD7109E83A7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F7A1DD8-1CE3-25DB-6A39-34E2E856BAE3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aphicFrame>
        <p:nvGraphicFramePr>
          <p:cNvPr id="36" name="표 65">
            <a:extLst>
              <a:ext uri="{FF2B5EF4-FFF2-40B4-BE49-F238E27FC236}">
                <a16:creationId xmlns:a16="http://schemas.microsoft.com/office/drawing/2014/main" id="{D6CEB569-4C3E-90A5-D803-548105444101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A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B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2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A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C81839E9-619E-C86F-907A-A019EEA14DA9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3A9098-B5EC-03CC-937B-DF9F20A0ED7B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노드인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210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6496-44DE-7C35-B8DE-B8105556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CB3867D-F0B3-4861-E8C8-485FAD33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E7F709-DF2F-C2F1-CFC9-5A0C9E2B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F8A66ED-7D22-5D89-EBEC-EB45DE7F14E4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81640C5-1F58-FB85-42CE-2D005B3B80D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00AC31-F304-8FF3-2A2E-D4A7E01A3561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0A29B3-4528-3143-EE79-0A292945B287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4135F0A-3B02-E77B-5523-BA5F65C0BCF8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8FB06C4-150C-84E9-EAEB-AE538FCBDE92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0" name="제목 2">
              <a:extLst>
                <a:ext uri="{FF2B5EF4-FFF2-40B4-BE49-F238E27FC236}">
                  <a16:creationId xmlns:a16="http://schemas.microsoft.com/office/drawing/2014/main" id="{BD77F8F8-6139-D731-3F9E-D03AFE59A321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F421222-61F9-D6A8-F802-B45C7EB9C51C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2" name="제목 2">
              <a:extLst>
                <a:ext uri="{FF2B5EF4-FFF2-40B4-BE49-F238E27FC236}">
                  <a16:creationId xmlns:a16="http://schemas.microsoft.com/office/drawing/2014/main" id="{8CD9D61A-898E-B0BA-1729-60391102A1A1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C230E2E-70FE-E286-7C18-6BB9D4DA0A4A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4" name="제목 2">
              <a:extLst>
                <a:ext uri="{FF2B5EF4-FFF2-40B4-BE49-F238E27FC236}">
                  <a16:creationId xmlns:a16="http://schemas.microsoft.com/office/drawing/2014/main" id="{C4C9ED4B-29D5-A868-00DF-DBC6A0914118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5C89202-522F-62D4-229C-1C33537A59DB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6" name="제목 2">
              <a:extLst>
                <a:ext uri="{FF2B5EF4-FFF2-40B4-BE49-F238E27FC236}">
                  <a16:creationId xmlns:a16="http://schemas.microsoft.com/office/drawing/2014/main" id="{538EF7CF-9FC2-9875-E5FB-FB7F85D6F729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B228E51F-AA0F-7247-A1DE-CBB5B201374F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8" name="제목 2">
              <a:extLst>
                <a:ext uri="{FF2B5EF4-FFF2-40B4-BE49-F238E27FC236}">
                  <a16:creationId xmlns:a16="http://schemas.microsoft.com/office/drawing/2014/main" id="{197408EC-175F-9004-3234-88BBEBA37633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CD133B9-6A2B-32F4-842A-B9B90BF773C8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제목 2">
              <a:extLst>
                <a:ext uri="{FF2B5EF4-FFF2-40B4-BE49-F238E27FC236}">
                  <a16:creationId xmlns:a16="http://schemas.microsoft.com/office/drawing/2014/main" id="{62CE8DFB-618C-CF94-0B98-7B311D365F1F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∞</a:t>
              </a: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FEC7825D-FD12-48BE-997A-32BB97867D6C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E77F898F-4D89-3E03-1741-050EFC04F2C8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50CA4837-1CA3-F915-8296-21D9E2EE6041}"/>
                </a:ext>
              </a:extLst>
            </p:cNvPr>
            <p:cNvCxnSpPr>
              <a:stCxn id="39" idx="5"/>
              <a:endCxn id="47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EF0475E8-4DC4-C71F-53D9-F1730CBBE998}"/>
                </a:ext>
              </a:extLst>
            </p:cNvPr>
            <p:cNvCxnSpPr>
              <a:stCxn id="41" idx="4"/>
              <a:endCxn id="47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BCF64776-0A84-70F8-E4A1-45743F0EE1D9}"/>
                </a:ext>
              </a:extLst>
            </p:cNvPr>
            <p:cNvCxnSpPr>
              <a:stCxn id="47" idx="6"/>
              <a:endCxn id="49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AFF3445A-43AC-CCC5-6862-D4D2B66821A1}"/>
                </a:ext>
              </a:extLst>
            </p:cNvPr>
            <p:cNvCxnSpPr>
              <a:stCxn id="49" idx="0"/>
              <a:endCxn id="43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1F345575-903F-19EC-3BE0-1A909D20B976}"/>
                </a:ext>
              </a:extLst>
            </p:cNvPr>
            <p:cNvCxnSpPr>
              <a:stCxn id="45" idx="0"/>
              <a:endCxn id="39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제목 2">
              <a:extLst>
                <a:ext uri="{FF2B5EF4-FFF2-40B4-BE49-F238E27FC236}">
                  <a16:creationId xmlns:a16="http://schemas.microsoft.com/office/drawing/2014/main" id="{BE706EBD-BEFC-ABEA-B108-6802F33970BD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77755D1C-AD9A-2673-B58E-EA1C831B6F7F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0" name="제목 2">
              <a:extLst>
                <a:ext uri="{FF2B5EF4-FFF2-40B4-BE49-F238E27FC236}">
                  <a16:creationId xmlns:a16="http://schemas.microsoft.com/office/drawing/2014/main" id="{A86EA1B8-3F61-7B56-FE53-10722C36B432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61" name="제목 2">
              <a:extLst>
                <a:ext uri="{FF2B5EF4-FFF2-40B4-BE49-F238E27FC236}">
                  <a16:creationId xmlns:a16="http://schemas.microsoft.com/office/drawing/2014/main" id="{2B117A2C-0D4F-FA34-0FFF-CE4C72D659CA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62" name="제목 2">
              <a:extLst>
                <a:ext uri="{FF2B5EF4-FFF2-40B4-BE49-F238E27FC236}">
                  <a16:creationId xmlns:a16="http://schemas.microsoft.com/office/drawing/2014/main" id="{B120AA3D-09F2-4F1F-03AD-8385FF385F9F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63" name="제목 2">
              <a:extLst>
                <a:ext uri="{FF2B5EF4-FFF2-40B4-BE49-F238E27FC236}">
                  <a16:creationId xmlns:a16="http://schemas.microsoft.com/office/drawing/2014/main" id="{CEAE72FF-E8AD-A97F-187C-5F9BB786C886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64" name="제목 2">
              <a:extLst>
                <a:ext uri="{FF2B5EF4-FFF2-40B4-BE49-F238E27FC236}">
                  <a16:creationId xmlns:a16="http://schemas.microsoft.com/office/drawing/2014/main" id="{DBD2B2EE-247C-99DF-ACCB-0D84A6C9ED92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graphicFrame>
        <p:nvGraphicFramePr>
          <p:cNvPr id="65" name="표 65">
            <a:extLst>
              <a:ext uri="{FF2B5EF4-FFF2-40B4-BE49-F238E27FC236}">
                <a16:creationId xmlns:a16="http://schemas.microsoft.com/office/drawing/2014/main" id="{D0CF5441-78B7-22FA-B162-5B31163E53B5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B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E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A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C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38A1744A-84FA-0AC5-2335-B81ED490E561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498DC-951A-2729-D905-73B10C9C4117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5015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C97F-8C29-F85B-FA42-87C865AB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68BB895-8518-B6C5-0BCD-B20E231E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1B16393-6C6A-6D7C-37B7-302A3620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16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778A65F-E29C-D926-D30E-26A340068BA9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2380791-A7FB-B64A-5CF3-72A07E268A7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67BCF3-B558-53D5-CCBC-63E4D00C7E45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8B1927-90E2-1363-1C10-8390FD6A4B5B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B2C0B37-310C-8DCD-4F51-7C094C21CAC0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92DC736-62E8-B11A-8E88-759DD43A7390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EFE66E98-64F2-4023-9753-D6072FF1A4C4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4C84DC1-7D21-1F7C-35C3-14262296C763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8F5B7722-5518-B203-7B1B-7913B66C971A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9A2C25C-54C8-6FDA-76E6-2BD9DF56F7FC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359A16AD-80A7-1DCF-2DA8-C5E03B29E34F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1207157-36E6-96FE-3EE1-A60B166882D0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제목 2">
              <a:extLst>
                <a:ext uri="{FF2B5EF4-FFF2-40B4-BE49-F238E27FC236}">
                  <a16:creationId xmlns:a16="http://schemas.microsoft.com/office/drawing/2014/main" id="{BCD250A9-2266-97B9-EFB9-61FC60CD65CE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6DE7F40-8B08-8CF6-908B-71B689B845BD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0" name="제목 2">
              <a:extLst>
                <a:ext uri="{FF2B5EF4-FFF2-40B4-BE49-F238E27FC236}">
                  <a16:creationId xmlns:a16="http://schemas.microsoft.com/office/drawing/2014/main" id="{18DDECC8-4B92-221C-8EC9-D815A7260579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D1E3F04C-A3A5-1D40-BA0C-D3CBDCAA5FE9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51C372C5-1ED2-A90E-2719-253B4542C39F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0F092AD-E205-90A3-AF0A-42EAA0E0F435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5716C70E-63C4-E9C4-1DDB-7D5937848898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7421C527-9349-6B49-B60A-58B34082D0B7}"/>
                </a:ext>
              </a:extLst>
            </p:cNvPr>
            <p:cNvCxnSpPr>
              <a:stCxn id="11" idx="5"/>
              <a:endCxn id="19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B9F42DC-C6E9-6749-C64B-5E394422EF34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D85C733-61C3-8507-8724-C015613BA2EA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12B89102-62C9-EDC9-8F7F-D5E0D2EEB07C}"/>
                </a:ext>
              </a:extLst>
            </p:cNvPr>
            <p:cNvCxnSpPr>
              <a:stCxn id="21" idx="0"/>
              <a:endCxn id="15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D0150537-C361-23D3-CBB8-8454023D461F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FC465A7E-8A5B-A64D-D5BD-5C40A7F39F09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1671AECA-88F0-7567-D6D9-09FFB9C2D2FD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32" name="제목 2">
              <a:extLst>
                <a:ext uri="{FF2B5EF4-FFF2-40B4-BE49-F238E27FC236}">
                  <a16:creationId xmlns:a16="http://schemas.microsoft.com/office/drawing/2014/main" id="{BFA714AB-5B93-EDBE-6BA3-1A14B325338A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33" name="제목 2">
              <a:extLst>
                <a:ext uri="{FF2B5EF4-FFF2-40B4-BE49-F238E27FC236}">
                  <a16:creationId xmlns:a16="http://schemas.microsoft.com/office/drawing/2014/main" id="{D17F4B21-F116-A0BD-96FC-C9A9A39950EA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34" name="제목 2">
              <a:extLst>
                <a:ext uri="{FF2B5EF4-FFF2-40B4-BE49-F238E27FC236}">
                  <a16:creationId xmlns:a16="http://schemas.microsoft.com/office/drawing/2014/main" id="{96CEFD24-66FA-43DD-9008-32F8C277FBFF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35" name="제목 2">
              <a:extLst>
                <a:ext uri="{FF2B5EF4-FFF2-40B4-BE49-F238E27FC236}">
                  <a16:creationId xmlns:a16="http://schemas.microsoft.com/office/drawing/2014/main" id="{2FAD5132-E3A5-B3EB-E343-C82C6D557A83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6" name="제목 2">
              <a:extLst>
                <a:ext uri="{FF2B5EF4-FFF2-40B4-BE49-F238E27FC236}">
                  <a16:creationId xmlns:a16="http://schemas.microsoft.com/office/drawing/2014/main" id="{F40E611F-CA11-AD71-C172-CC042A7E23EE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graphicFrame>
        <p:nvGraphicFramePr>
          <p:cNvPr id="38" name="표 65">
            <a:extLst>
              <a:ext uri="{FF2B5EF4-FFF2-40B4-BE49-F238E27FC236}">
                <a16:creationId xmlns:a16="http://schemas.microsoft.com/office/drawing/2014/main" id="{1F0205AC-BF3F-EEBC-EEC6-3BF412266C95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A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C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F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2E554025-EEF8-E02E-9DE7-8C9560E0F2D7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3A207-6900-FF3C-0FC3-E6D198A41ED1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5748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34A9-96FC-D8D7-3E56-58904DB7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2963971-F011-7A93-8AC9-F02D194B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32765B-6C39-5794-072E-8836884E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F61D163-2C2F-CF31-0448-C3462145378A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84158D9-41FB-23CC-735D-C143D684E1D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0342B4-BB27-7345-E043-2E189A47ADDE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8BF3DF-88F4-DB47-8485-64A8FF6E2B7D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4F96B-F8A2-874E-7298-6B92B626FE3E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561A165-7B7C-1504-5F1C-3661E20DF8CD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74713E7E-AD06-5263-0CBD-0CC7FE34AF72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DB740B3-68A4-97D1-0EF0-ED8582136584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B3A519EE-918B-8552-8721-995FE34B9DBA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7921A80-EFB2-5050-B639-933FC56162F1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F0D0C245-7846-873E-C91A-59ED796ECC38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E55F520-6E0F-752D-A1CA-25644DAB052F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제목 2">
              <a:extLst>
                <a:ext uri="{FF2B5EF4-FFF2-40B4-BE49-F238E27FC236}">
                  <a16:creationId xmlns:a16="http://schemas.microsoft.com/office/drawing/2014/main" id="{545F53E9-1E48-38E1-0963-2C352E92E436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D89BB20-380B-565F-3539-7FF74463FD7A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0" name="제목 2">
              <a:extLst>
                <a:ext uri="{FF2B5EF4-FFF2-40B4-BE49-F238E27FC236}">
                  <a16:creationId xmlns:a16="http://schemas.microsoft.com/office/drawing/2014/main" id="{E5108030-D997-D068-2540-D9DE4DD04A24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D7E448A-442B-2FAF-0883-BE8784DAE845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B029B56B-04AC-112E-6769-06D33CD0902D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F36ADF9F-3F00-6931-25A8-C9FBA535E226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A10A82D-0870-B124-5F6E-82B4436A7C00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E3B15A8A-6E40-92F3-7987-164FDC898816}"/>
                </a:ext>
              </a:extLst>
            </p:cNvPr>
            <p:cNvCxnSpPr>
              <a:stCxn id="11" idx="5"/>
              <a:endCxn id="19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FDC2DA3-076B-4A35-CF6C-1A2D351EC20B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375092D8-BDE4-3BE2-3CD6-D1E160CD6ED4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F39D81C8-C758-E60C-2B8E-0D0EEB3195C1}"/>
                </a:ext>
              </a:extLst>
            </p:cNvPr>
            <p:cNvCxnSpPr>
              <a:stCxn id="21" idx="0"/>
              <a:endCxn id="15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AFEB6C8B-48B0-F7A8-0862-D46DCCD5F6E9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CA2419E6-11B2-C356-0AFE-8F0BEA0AF270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658C83BF-8C56-C8E6-4311-9BC0A935C2B9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32" name="제목 2">
              <a:extLst>
                <a:ext uri="{FF2B5EF4-FFF2-40B4-BE49-F238E27FC236}">
                  <a16:creationId xmlns:a16="http://schemas.microsoft.com/office/drawing/2014/main" id="{62CB0AD1-3672-3491-05E8-B8FB2804D701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33" name="제목 2">
              <a:extLst>
                <a:ext uri="{FF2B5EF4-FFF2-40B4-BE49-F238E27FC236}">
                  <a16:creationId xmlns:a16="http://schemas.microsoft.com/office/drawing/2014/main" id="{5E590F85-7117-8119-5F5F-FFBAC6539165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34" name="제목 2">
              <a:extLst>
                <a:ext uri="{FF2B5EF4-FFF2-40B4-BE49-F238E27FC236}">
                  <a16:creationId xmlns:a16="http://schemas.microsoft.com/office/drawing/2014/main" id="{AEADAF4B-A4C3-D437-5858-30694CBB8EDE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35" name="제목 2">
              <a:extLst>
                <a:ext uri="{FF2B5EF4-FFF2-40B4-BE49-F238E27FC236}">
                  <a16:creationId xmlns:a16="http://schemas.microsoft.com/office/drawing/2014/main" id="{4C24B51A-4E67-069B-81E4-6CCDF2DF6B09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6" name="제목 2">
              <a:extLst>
                <a:ext uri="{FF2B5EF4-FFF2-40B4-BE49-F238E27FC236}">
                  <a16:creationId xmlns:a16="http://schemas.microsoft.com/office/drawing/2014/main" id="{3E874498-985E-C60A-72C6-2BDA47B021C1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graphicFrame>
        <p:nvGraphicFramePr>
          <p:cNvPr id="38" name="표 65">
            <a:extLst>
              <a:ext uri="{FF2B5EF4-FFF2-40B4-BE49-F238E27FC236}">
                <a16:creationId xmlns:a16="http://schemas.microsoft.com/office/drawing/2014/main" id="{6DB4B587-77F5-9D97-7AEF-5CA6EAEC59CA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B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C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F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A3D62DF9-0247-721D-0DF6-90D0E5A1CC5D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31DF6-F2CD-5F89-4BF1-9CE5DC988CEF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25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D79B-738F-5BE1-E96C-1F06084F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75E1966-0599-570B-217D-0BD5E038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888F8-FADE-AD1D-CBF6-B2C894FA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7DC5EC-009F-F01C-D91F-6E85B674B089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F2975C3-F001-1AC0-0EC8-2C2B3343C5D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358909-5C2E-F6F3-B12B-BC57831EC64C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AD01FD-0D29-A813-47E3-C18DD425B86D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aphicFrame>
        <p:nvGraphicFramePr>
          <p:cNvPr id="8" name="표 65">
            <a:extLst>
              <a:ext uri="{FF2B5EF4-FFF2-40B4-BE49-F238E27FC236}">
                <a16:creationId xmlns:a16="http://schemas.microsoft.com/office/drawing/2014/main" id="{589263A4-FBEA-AFEE-D3EF-A95A2C43AD70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F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8067AB3-E3BB-7C63-0436-F0B0A36BCDE0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026F864-466C-17AF-18A4-F9CEAB40355F}"/>
              </a:ext>
            </a:extLst>
          </p:cNvPr>
          <p:cNvGrpSpPr/>
          <p:nvPr/>
        </p:nvGrpSpPr>
        <p:grpSpPr>
          <a:xfrm>
            <a:off x="1588982" y="2934000"/>
            <a:ext cx="5008157" cy="2831866"/>
            <a:chOff x="1588982" y="2697628"/>
            <a:chExt cx="5008157" cy="28318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74E4A57-BE4D-B3DD-53D8-9ADE03329D50}"/>
                </a:ext>
              </a:extLst>
            </p:cNvPr>
            <p:cNvSpPr/>
            <p:nvPr/>
          </p:nvSpPr>
          <p:spPr>
            <a:xfrm>
              <a:off x="1588982" y="2700400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0" name="제목 2">
              <a:extLst>
                <a:ext uri="{FF2B5EF4-FFF2-40B4-BE49-F238E27FC236}">
                  <a16:creationId xmlns:a16="http://schemas.microsoft.com/office/drawing/2014/main" id="{3C41F0FB-EB88-9A61-9AB3-CE4B1CA885ED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B8F1ACE-5456-77A9-68B2-F577520ED22F}"/>
                </a:ext>
              </a:extLst>
            </p:cNvPr>
            <p:cNvSpPr/>
            <p:nvPr/>
          </p:nvSpPr>
          <p:spPr>
            <a:xfrm>
              <a:off x="3685737" y="270040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2" name="제목 2">
              <a:extLst>
                <a:ext uri="{FF2B5EF4-FFF2-40B4-BE49-F238E27FC236}">
                  <a16:creationId xmlns:a16="http://schemas.microsoft.com/office/drawing/2014/main" id="{312278EB-7AE5-9091-2CE2-0E45C01535D7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279738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DDE18B1-579E-5E06-0B17-AEE515986C11}"/>
                </a:ext>
              </a:extLst>
            </p:cNvPr>
            <p:cNvSpPr/>
            <p:nvPr/>
          </p:nvSpPr>
          <p:spPr>
            <a:xfrm>
              <a:off x="5782491" y="2697628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4" name="제목 2">
              <a:extLst>
                <a:ext uri="{FF2B5EF4-FFF2-40B4-BE49-F238E27FC236}">
                  <a16:creationId xmlns:a16="http://schemas.microsoft.com/office/drawing/2014/main" id="{034C0C5C-7657-6EDB-816B-D88080A490CF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283063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42203E3-AA4B-E936-9A67-F3750143850F}"/>
                </a:ext>
              </a:extLst>
            </p:cNvPr>
            <p:cNvSpPr/>
            <p:nvPr/>
          </p:nvSpPr>
          <p:spPr>
            <a:xfrm>
              <a:off x="1588982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6" name="제목 2">
              <a:extLst>
                <a:ext uri="{FF2B5EF4-FFF2-40B4-BE49-F238E27FC236}">
                  <a16:creationId xmlns:a16="http://schemas.microsoft.com/office/drawing/2014/main" id="{1E8237ED-CC24-B250-BE46-2599CCDB9431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481182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6831A88-7911-2968-7EE6-E31793D078BC}"/>
                </a:ext>
              </a:extLst>
            </p:cNvPr>
            <p:cNvSpPr/>
            <p:nvPr/>
          </p:nvSpPr>
          <p:spPr>
            <a:xfrm>
              <a:off x="3685737" y="468159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8" name="제목 2">
              <a:extLst>
                <a:ext uri="{FF2B5EF4-FFF2-40B4-BE49-F238E27FC236}">
                  <a16:creationId xmlns:a16="http://schemas.microsoft.com/office/drawing/2014/main" id="{AB36D247-A432-709A-B2E1-06C9044CFCD3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477857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15A486C-92C0-B511-80AB-F20975792BFF}"/>
                </a:ext>
              </a:extLst>
            </p:cNvPr>
            <p:cNvSpPr/>
            <p:nvPr/>
          </p:nvSpPr>
          <p:spPr>
            <a:xfrm>
              <a:off x="5782491" y="467882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제목 2">
              <a:extLst>
                <a:ext uri="{FF2B5EF4-FFF2-40B4-BE49-F238E27FC236}">
                  <a16:creationId xmlns:a16="http://schemas.microsoft.com/office/drawing/2014/main" id="{C43D5D90-094A-B666-2935-9A797C3E8EEA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481182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1BB1709-B9A9-7957-EC2A-DB00B9F22F84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>
              <a:off x="2403629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677B9821-47D4-7104-38A6-0F26AB578920}"/>
                </a:ext>
              </a:extLst>
            </p:cNvPr>
            <p:cNvCxnSpPr/>
            <p:nvPr/>
          </p:nvCxnSpPr>
          <p:spPr>
            <a:xfrm>
              <a:off x="4500384" y="310772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5DB293C0-805A-03FE-A763-322265338C56}"/>
                </a:ext>
              </a:extLst>
            </p:cNvPr>
            <p:cNvCxnSpPr>
              <a:stCxn id="39" idx="5"/>
              <a:endCxn id="47" idx="1"/>
            </p:cNvCxnSpPr>
            <p:nvPr/>
          </p:nvCxnSpPr>
          <p:spPr>
            <a:xfrm>
              <a:off x="2284327" y="339574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226A73A9-014E-B656-F922-B6C6F2C490C6}"/>
                </a:ext>
              </a:extLst>
            </p:cNvPr>
            <p:cNvCxnSpPr>
              <a:stCxn id="41" idx="4"/>
              <a:endCxn id="47" idx="0"/>
            </p:cNvCxnSpPr>
            <p:nvPr/>
          </p:nvCxnSpPr>
          <p:spPr>
            <a:xfrm>
              <a:off x="4093061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3F2D1D59-6B8A-A9B0-F175-704D35493551}"/>
                </a:ext>
              </a:extLst>
            </p:cNvPr>
            <p:cNvCxnSpPr>
              <a:stCxn id="47" idx="6"/>
              <a:endCxn id="49" idx="2"/>
            </p:cNvCxnSpPr>
            <p:nvPr/>
          </p:nvCxnSpPr>
          <p:spPr>
            <a:xfrm flipV="1">
              <a:off x="4500384" y="508614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C979636-4CCD-9370-6267-C8324440FE17}"/>
                </a:ext>
              </a:extLst>
            </p:cNvPr>
            <p:cNvCxnSpPr>
              <a:stCxn id="49" idx="0"/>
              <a:endCxn id="43" idx="4"/>
            </p:cNvCxnSpPr>
            <p:nvPr/>
          </p:nvCxnSpPr>
          <p:spPr>
            <a:xfrm flipV="1">
              <a:off x="6189815" y="351227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7F8B822-D1B4-C7C0-86F0-D71A3EE87C44}"/>
                </a:ext>
              </a:extLst>
            </p:cNvPr>
            <p:cNvCxnSpPr>
              <a:stCxn id="45" idx="0"/>
              <a:endCxn id="39" idx="4"/>
            </p:cNvCxnSpPr>
            <p:nvPr/>
          </p:nvCxnSpPr>
          <p:spPr>
            <a:xfrm flipV="1">
              <a:off x="1996306" y="351504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제목 2">
              <a:extLst>
                <a:ext uri="{FF2B5EF4-FFF2-40B4-BE49-F238E27FC236}">
                  <a16:creationId xmlns:a16="http://schemas.microsoft.com/office/drawing/2014/main" id="{D12D11AF-B1C8-C9ED-F35F-1B45BFA05EC1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74997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FE10CC63-FE36-BA26-E5E9-FC865060F1D4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0" name="제목 2">
              <a:extLst>
                <a:ext uri="{FF2B5EF4-FFF2-40B4-BE49-F238E27FC236}">
                  <a16:creationId xmlns:a16="http://schemas.microsoft.com/office/drawing/2014/main" id="{F5CDF7CB-B302-DFD6-B46B-308A9107E173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61" name="제목 2">
              <a:extLst>
                <a:ext uri="{FF2B5EF4-FFF2-40B4-BE49-F238E27FC236}">
                  <a16:creationId xmlns:a16="http://schemas.microsoft.com/office/drawing/2014/main" id="{9092CE2D-AEB7-6519-744B-B946C2EAC451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394062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62" name="제목 2">
              <a:extLst>
                <a:ext uri="{FF2B5EF4-FFF2-40B4-BE49-F238E27FC236}">
                  <a16:creationId xmlns:a16="http://schemas.microsoft.com/office/drawing/2014/main" id="{C147DA4B-2688-1D43-0BF5-8F71746D0550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75949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63" name="제목 2">
              <a:extLst>
                <a:ext uri="{FF2B5EF4-FFF2-40B4-BE49-F238E27FC236}">
                  <a16:creationId xmlns:a16="http://schemas.microsoft.com/office/drawing/2014/main" id="{6C17A889-84C7-3B47-521A-C0795C1E9D02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74057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64" name="제목 2">
              <a:extLst>
                <a:ext uri="{FF2B5EF4-FFF2-40B4-BE49-F238E27FC236}">
                  <a16:creationId xmlns:a16="http://schemas.microsoft.com/office/drawing/2014/main" id="{8F6F4285-3BD4-1CEA-6A03-E128CCF4379F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394381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363C59D-54C1-59D7-6561-78960D517AEA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4100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8EA01-51E5-0C6F-15BA-A5656BEB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98A769B-CD7C-C84A-C5EB-89CD3AF7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7ADDC-3C43-17B2-407E-032177B7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19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B3BDB58-6CD5-D8BF-1C93-2036271655FB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AA8316F-8D65-289B-42FB-50ABA91CD04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32B043-BAB0-8490-29B9-5F2DE85BC0A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83F594-5F18-4592-BB69-8CC850A51C82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동작 원리</a:t>
              </a:r>
            </a:p>
          </p:txBody>
        </p:sp>
      </p:grpSp>
      <p:graphicFrame>
        <p:nvGraphicFramePr>
          <p:cNvPr id="8" name="표 65">
            <a:extLst>
              <a:ext uri="{FF2B5EF4-FFF2-40B4-BE49-F238E27FC236}">
                <a16:creationId xmlns:a16="http://schemas.microsoft.com/office/drawing/2014/main" id="{8AE05982-918E-AE0B-B4BB-A95DA2B885D6}"/>
              </a:ext>
            </a:extLst>
          </p:cNvPr>
          <p:cNvGraphicFramePr>
            <a:graphicFrameLocks noGrp="1"/>
          </p:cNvGraphicFramePr>
          <p:nvPr/>
        </p:nvGraphicFramePr>
        <p:xfrm>
          <a:off x="7813505" y="3255849"/>
          <a:ext cx="2808840" cy="14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280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  <a:gridCol w="936280">
                  <a:extLst>
                    <a:ext uri="{9D8B030D-6E8A-4147-A177-3AD203B41FA5}">
                      <a16:colId xmlns:a16="http://schemas.microsoft.com/office/drawing/2014/main" val="2764033823"/>
                    </a:ext>
                  </a:extLst>
                </a:gridCol>
              </a:tblGrid>
              <a:tr h="213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From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To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마루 부리OTF 가는" panose="020B0600000101010101" pitchFamily="34" charset="-127"/>
                          <a:ea typeface="마루 부리OTF 가는" panose="020B0600000101010101" pitchFamily="34" charset="-127"/>
                        </a:rPr>
                        <a:t>Distance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가는" panose="020B0600000101010101" pitchFamily="34" charset="-127"/>
                        <a:ea typeface="마루 부리OTF 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61926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4083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9C723C-7E86-D0D3-FD98-1E394992B9C7}"/>
              </a:ext>
            </a:extLst>
          </p:cNvPr>
          <p:cNvSpPr txBox="1"/>
          <p:nvPr/>
        </p:nvSpPr>
        <p:spPr>
          <a:xfrm>
            <a:off x="7739852" y="2885102"/>
            <a:ext cx="1356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&lt;Priority Queue&gt;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7FD7D05-1CFE-FC43-6447-270FD5793B66}"/>
              </a:ext>
            </a:extLst>
          </p:cNvPr>
          <p:cNvGrpSpPr/>
          <p:nvPr/>
        </p:nvGrpSpPr>
        <p:grpSpPr>
          <a:xfrm>
            <a:off x="1588982" y="2933296"/>
            <a:ext cx="5008157" cy="2831866"/>
            <a:chOff x="1588982" y="2933296"/>
            <a:chExt cx="5008157" cy="28318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E8085A1-92B0-420A-F31E-176503D9D7DF}"/>
                </a:ext>
              </a:extLst>
            </p:cNvPr>
            <p:cNvSpPr/>
            <p:nvPr/>
          </p:nvSpPr>
          <p:spPr>
            <a:xfrm>
              <a:off x="1588982" y="2936068"/>
              <a:ext cx="814647" cy="81464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2" name="제목 2">
              <a:extLst>
                <a:ext uri="{FF2B5EF4-FFF2-40B4-BE49-F238E27FC236}">
                  <a16:creationId xmlns:a16="http://schemas.microsoft.com/office/drawing/2014/main" id="{6BA75AC5-E3F6-418E-DEE7-5F7726A1114B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3033049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A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0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0AFEB59-D907-E55A-C86C-964095C8BCE4}"/>
                </a:ext>
              </a:extLst>
            </p:cNvPr>
            <p:cNvSpPr/>
            <p:nvPr/>
          </p:nvSpPr>
          <p:spPr>
            <a:xfrm>
              <a:off x="3685737" y="293606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8E3D0B3E-753E-D68F-407D-C1DBBCCF8181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3033049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B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B9EE05E-E14B-2B64-DEBD-6E9EB5A4637C}"/>
                </a:ext>
              </a:extLst>
            </p:cNvPr>
            <p:cNvSpPr/>
            <p:nvPr/>
          </p:nvSpPr>
          <p:spPr>
            <a:xfrm>
              <a:off x="5782491" y="293329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DB95AD1B-74A1-C211-B424-B1DE0D24CFE4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3066299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C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E36561C-9B1F-9240-2EF0-C76658852043}"/>
                </a:ext>
              </a:extLst>
            </p:cNvPr>
            <p:cNvSpPr/>
            <p:nvPr/>
          </p:nvSpPr>
          <p:spPr>
            <a:xfrm>
              <a:off x="1588982" y="491726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제목 2">
              <a:extLst>
                <a:ext uri="{FF2B5EF4-FFF2-40B4-BE49-F238E27FC236}">
                  <a16:creationId xmlns:a16="http://schemas.microsoft.com/office/drawing/2014/main" id="{8AA564B4-8022-9470-285D-53C075EB0600}"/>
                </a:ext>
              </a:extLst>
            </p:cNvPr>
            <p:cNvSpPr txBox="1">
              <a:spLocks/>
            </p:cNvSpPr>
            <p:nvPr/>
          </p:nvSpPr>
          <p:spPr>
            <a:xfrm>
              <a:off x="1588982" y="5047496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4527BC4-4EA4-B9A2-0CB0-057AD4EF1E84}"/>
                </a:ext>
              </a:extLst>
            </p:cNvPr>
            <p:cNvSpPr/>
            <p:nvPr/>
          </p:nvSpPr>
          <p:spPr>
            <a:xfrm>
              <a:off x="3685737" y="491726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0" name="제목 2">
              <a:extLst>
                <a:ext uri="{FF2B5EF4-FFF2-40B4-BE49-F238E27FC236}">
                  <a16:creationId xmlns:a16="http://schemas.microsoft.com/office/drawing/2014/main" id="{45F063BA-65CB-3A7B-CB32-CCCFD05A37EC}"/>
                </a:ext>
              </a:extLst>
            </p:cNvPr>
            <p:cNvSpPr txBox="1">
              <a:spLocks/>
            </p:cNvSpPr>
            <p:nvPr/>
          </p:nvSpPr>
          <p:spPr>
            <a:xfrm>
              <a:off x="3685737" y="5014246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E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73A307C-D9C3-CFC1-7FE3-409A0D8C0A09}"/>
                </a:ext>
              </a:extLst>
            </p:cNvPr>
            <p:cNvSpPr/>
            <p:nvPr/>
          </p:nvSpPr>
          <p:spPr>
            <a:xfrm>
              <a:off x="5782491" y="4914493"/>
              <a:ext cx="814647" cy="814647"/>
            </a:xfrm>
            <a:prstGeom prst="ellipse">
              <a:avLst/>
            </a:prstGeom>
            <a:solidFill>
              <a:srgbClr val="ECE4F9"/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9FA7C633-C0D7-B837-35F1-AF6B431835CF}"/>
                </a:ext>
              </a:extLst>
            </p:cNvPr>
            <p:cNvSpPr txBox="1">
              <a:spLocks/>
            </p:cNvSpPr>
            <p:nvPr/>
          </p:nvSpPr>
          <p:spPr>
            <a:xfrm>
              <a:off x="5782492" y="5047496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F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9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19993F0-A112-F06F-7D4F-EEEC3DE246D1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2403629" y="3343392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02A97E5-21FE-D00E-69F6-630BABA30926}"/>
                </a:ext>
              </a:extLst>
            </p:cNvPr>
            <p:cNvCxnSpPr/>
            <p:nvPr/>
          </p:nvCxnSpPr>
          <p:spPr>
            <a:xfrm>
              <a:off x="4500384" y="3343392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AD96A8B8-B458-CAE6-F14C-2EF59C44B16E}"/>
                </a:ext>
              </a:extLst>
            </p:cNvPr>
            <p:cNvCxnSpPr>
              <a:stCxn id="11" idx="5"/>
              <a:endCxn id="19" idx="1"/>
            </p:cNvCxnSpPr>
            <p:nvPr/>
          </p:nvCxnSpPr>
          <p:spPr>
            <a:xfrm>
              <a:off x="2284327" y="3631413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041A8AF-D51B-CB57-FA8E-19FE4B956554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4093061" y="375071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8FBF431E-B8E7-9939-FBD4-EBF76AF23B88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 flipV="1">
              <a:off x="4500384" y="5321817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71B9FF6-95E5-A11C-4B49-8BC9ABBFB487}"/>
                </a:ext>
              </a:extLst>
            </p:cNvPr>
            <p:cNvCxnSpPr>
              <a:stCxn id="21" idx="0"/>
              <a:endCxn id="15" idx="4"/>
            </p:cNvCxnSpPr>
            <p:nvPr/>
          </p:nvCxnSpPr>
          <p:spPr>
            <a:xfrm flipV="1">
              <a:off x="6189815" y="374794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A960BC88-459C-37E0-7D97-4B1515CC8D30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V="1">
              <a:off x="1996306" y="375071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제목 2">
              <a:extLst>
                <a:ext uri="{FF2B5EF4-FFF2-40B4-BE49-F238E27FC236}">
                  <a16:creationId xmlns:a16="http://schemas.microsoft.com/office/drawing/2014/main" id="{5070F959-6BF6-B689-4FCB-F097AA262E3B}"/>
                </a:ext>
              </a:extLst>
            </p:cNvPr>
            <p:cNvSpPr txBox="1">
              <a:spLocks/>
            </p:cNvSpPr>
            <p:nvPr/>
          </p:nvSpPr>
          <p:spPr>
            <a:xfrm>
              <a:off x="2931162" y="398564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507BB729-0492-2C1B-C649-336C05BDA11D}"/>
                </a:ext>
              </a:extLst>
            </p:cNvPr>
            <p:cNvSpPr txBox="1">
              <a:spLocks/>
            </p:cNvSpPr>
            <p:nvPr/>
          </p:nvSpPr>
          <p:spPr>
            <a:xfrm>
              <a:off x="2858081" y="2995166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32" name="제목 2">
              <a:extLst>
                <a:ext uri="{FF2B5EF4-FFF2-40B4-BE49-F238E27FC236}">
                  <a16:creationId xmlns:a16="http://schemas.microsoft.com/office/drawing/2014/main" id="{92FD259F-15B2-8609-5411-45C04B010A48}"/>
                </a:ext>
              </a:extLst>
            </p:cNvPr>
            <p:cNvSpPr txBox="1">
              <a:spLocks/>
            </p:cNvSpPr>
            <p:nvPr/>
          </p:nvSpPr>
          <p:spPr>
            <a:xfrm>
              <a:off x="4071265" y="417629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33" name="제목 2">
              <a:extLst>
                <a:ext uri="{FF2B5EF4-FFF2-40B4-BE49-F238E27FC236}">
                  <a16:creationId xmlns:a16="http://schemas.microsoft.com/office/drawing/2014/main" id="{DA1D8601-978B-E853-FF23-4F289F069D73}"/>
                </a:ext>
              </a:extLst>
            </p:cNvPr>
            <p:cNvSpPr txBox="1">
              <a:spLocks/>
            </p:cNvSpPr>
            <p:nvPr/>
          </p:nvSpPr>
          <p:spPr>
            <a:xfrm>
              <a:off x="1950045" y="417629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34" name="제목 2">
              <a:extLst>
                <a:ext uri="{FF2B5EF4-FFF2-40B4-BE49-F238E27FC236}">
                  <a16:creationId xmlns:a16="http://schemas.microsoft.com/office/drawing/2014/main" id="{AC4FFBDD-381E-4A66-4B9B-C01129C2BA27}"/>
                </a:ext>
              </a:extLst>
            </p:cNvPr>
            <p:cNvSpPr txBox="1">
              <a:spLocks/>
            </p:cNvSpPr>
            <p:nvPr/>
          </p:nvSpPr>
          <p:spPr>
            <a:xfrm>
              <a:off x="4920674" y="2995166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35" name="제목 2">
              <a:extLst>
                <a:ext uri="{FF2B5EF4-FFF2-40B4-BE49-F238E27FC236}">
                  <a16:creationId xmlns:a16="http://schemas.microsoft.com/office/drawing/2014/main" id="{2471D4A5-F290-7371-BC73-822B1BDEC8CF}"/>
                </a:ext>
              </a:extLst>
            </p:cNvPr>
            <p:cNvSpPr txBox="1">
              <a:spLocks/>
            </p:cNvSpPr>
            <p:nvPr/>
          </p:nvSpPr>
          <p:spPr>
            <a:xfrm>
              <a:off x="4920003" y="497624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36" name="제목 2">
              <a:extLst>
                <a:ext uri="{FF2B5EF4-FFF2-40B4-BE49-F238E27FC236}">
                  <a16:creationId xmlns:a16="http://schemas.microsoft.com/office/drawing/2014/main" id="{CB13E609-0F03-1472-18F0-C20C24EF2E4D}"/>
                </a:ext>
              </a:extLst>
            </p:cNvPr>
            <p:cNvSpPr txBox="1">
              <a:spLocks/>
            </p:cNvSpPr>
            <p:nvPr/>
          </p:nvSpPr>
          <p:spPr>
            <a:xfrm>
              <a:off x="6187347" y="417948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C3F20DB-2D0C-DE1D-3D7A-8959D9A23435}"/>
              </a:ext>
            </a:extLst>
          </p:cNvPr>
          <p:cNvSpPr txBox="1"/>
          <p:nvPr/>
        </p:nvSpPr>
        <p:spPr>
          <a:xfrm>
            <a:off x="833537" y="1587141"/>
            <a:ext cx="6682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거리가 가장 짧은 노드에 방문한다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거리를 갱신한다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방문한 노드로 처리한다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494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20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구현 코드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AB32C9C-B287-EDB3-FB20-41E9868668A7}"/>
              </a:ext>
            </a:extLst>
          </p:cNvPr>
          <p:cNvSpPr txBox="1"/>
          <p:nvPr/>
        </p:nvSpPr>
        <p:spPr>
          <a:xfrm>
            <a:off x="5518749" y="1937738"/>
            <a:ext cx="6094378" cy="385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vector&lt;int&gt; </a:t>
            </a:r>
            <a:r>
              <a:rPr lang="en-US" altLang="ko-KR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(V+1, INF), K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</a:rPr>
              <a:t>:</a:t>
            </a:r>
            <a:r>
              <a:rPr lang="ko-KR" alt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시작하는 정점의 번호</a:t>
            </a:r>
            <a:r>
              <a:rPr lang="en-US" altLang="ko-KR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dijkstra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&gt;&gt;&gt;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priority_queue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altLang="ko-KR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00B152-8D65-B53C-182E-30E4762B7733}"/>
              </a:ext>
            </a:extLst>
          </p:cNvPr>
          <p:cNvSpPr txBox="1"/>
          <p:nvPr/>
        </p:nvSpPr>
        <p:spPr>
          <a:xfrm>
            <a:off x="297190" y="2356635"/>
            <a:ext cx="4769254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시작 노드로부터 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다른 노드 사이의 최단 거리를</a:t>
            </a:r>
            <a:br>
              <a:rPr lang="en-US" altLang="ko-KR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</a:b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모두 </a:t>
            </a:r>
            <a:r>
              <a:rPr lang="en-US" altLang="ko-KR" sz="16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INF</a:t>
            </a:r>
            <a:r>
              <a:rPr lang="ko-KR" altLang="en-US" sz="16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설정한다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모든 노드에 방문할 때까지 다음을 반복한다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방문하지 않은 노드 중 시작 노드와의 </a:t>
            </a:r>
            <a:b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</a:b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거리가 </a:t>
            </a:r>
            <a:r>
              <a:rPr lang="ko-KR" altLang="en-US" sz="16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짧은 노드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방문한다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방문한 노드와 인접한 노드의 </a:t>
            </a:r>
            <a:b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</a:b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최단 거리를 갱신한다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선택한 노드를 방문 완료 상태로 바꾼다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7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32A5968-81B4-97B4-EF57-B56ED813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EB7ED0A-71B4-1C7B-C19F-7CC05796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49E3327-4B3E-44E7-6590-E50F1591EE99}"/>
              </a:ext>
            </a:extLst>
          </p:cNvPr>
          <p:cNvGrpSpPr/>
          <p:nvPr/>
        </p:nvGrpSpPr>
        <p:grpSpPr>
          <a:xfrm>
            <a:off x="722811" y="577310"/>
            <a:ext cx="2800886" cy="750097"/>
            <a:chOff x="1271451" y="2719618"/>
            <a:chExt cx="2800886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65059E7-D5C3-3A50-E791-DC2ABF6B16F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DEE871A-1A0E-453D-4A3D-73808F3E3FF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68E2AD-841F-7537-671E-A933404D3B58}"/>
                </a:ext>
              </a:extLst>
            </p:cNvPr>
            <p:cNvSpPr txBox="1"/>
            <p:nvPr/>
          </p:nvSpPr>
          <p:spPr>
            <a:xfrm>
              <a:off x="1382177" y="3192716"/>
              <a:ext cx="26901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정당성 증명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A099B3-BA44-90DE-CB0E-5D536DA131EC}"/>
              </a:ext>
            </a:extLst>
          </p:cNvPr>
          <p:cNvSpPr txBox="1"/>
          <p:nvPr/>
        </p:nvSpPr>
        <p:spPr>
          <a:xfrm>
            <a:off x="833537" y="2112567"/>
            <a:ext cx="10177786" cy="2823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다익스트라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알고리즘은 항상 가장 가까운 정점을 먼저 처리하므로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이미 처리된 정점까지의 거리는 최단거리임이 보장됩니다</a:t>
            </a:r>
            <a:r>
              <a:rPr lang="en-US" altLang="ko-KR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간선의 가중치가 모두 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0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이상이기 때문에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나중에 더 짧은 경로가 생길 수 없기 때문입니다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따라서 </a:t>
            </a:r>
            <a:r>
              <a:rPr lang="ko-KR" altLang="en-US" sz="20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매번 가장 짧은 경로를 확정하며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나아가는 방식이 </a:t>
            </a:r>
            <a:endParaRPr lang="en-US" altLang="ko-KR" sz="20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전체 그래프에 대해 </a:t>
            </a:r>
            <a:r>
              <a:rPr lang="ko-KR" altLang="en-US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올바른 최단거리를 보장합니다</a:t>
            </a:r>
            <a:r>
              <a:rPr lang="en-US" altLang="ko-KR" sz="20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981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연습 문제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09ECD67-3295-7C9B-E15B-1C0343BE1C35}"/>
              </a:ext>
            </a:extLst>
          </p:cNvPr>
          <p:cNvGrpSpPr/>
          <p:nvPr/>
        </p:nvGrpSpPr>
        <p:grpSpPr>
          <a:xfrm>
            <a:off x="4896018" y="1545201"/>
            <a:ext cx="2399963" cy="430887"/>
            <a:chOff x="1097620" y="1639465"/>
            <a:chExt cx="2399963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4CE070AF-7974-A043-19F2-1E2B1059D7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39CB51-FC93-B82F-B720-A096CA00DCA6}"/>
                </a:ext>
              </a:extLst>
            </p:cNvPr>
            <p:cNvSpPr txBox="1"/>
            <p:nvPr/>
          </p:nvSpPr>
          <p:spPr>
            <a:xfrm>
              <a:off x="1355463" y="1639465"/>
              <a:ext cx="21421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최단경로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#1941)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CE791C8-5F77-7351-5B1D-72D712B55436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6F0DB-D2F5-BE42-91AB-937573F2B5F2}"/>
              </a:ext>
            </a:extLst>
          </p:cNvPr>
          <p:cNvSpPr txBox="1"/>
          <p:nvPr/>
        </p:nvSpPr>
        <p:spPr>
          <a:xfrm>
            <a:off x="1406099" y="3107445"/>
            <a:ext cx="51645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정점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간선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이루어진 그래프가 주어진다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각 간선에는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가중치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존재한다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정점에서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정점까지의 최단거리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B887B-EFE0-8477-4FEF-26CFFD8FBFD7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1EF345-B58C-FE79-AF07-1BC2C99DF74E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68388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20,000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간선의 가중치는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10</a:t>
                </a:r>
                <a:r>
                  <a:rPr lang="en-US" altLang="ko-KR" sz="1600" baseline="30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4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이하 양의 정수</a:t>
                </a:r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1EF345-B58C-FE79-AF07-1BC2C99DF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683886" cy="1169551"/>
              </a:xfrm>
              <a:prstGeom prst="rect">
                <a:avLst/>
              </a:prstGeom>
              <a:blipFill>
                <a:blip r:embed="rId3"/>
                <a:stretch>
                  <a:fillRect l="-661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853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연습 문제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CE791C8-5F77-7351-5B1D-72D712B55436}"/>
              </a:ext>
            </a:extLst>
          </p:cNvPr>
          <p:cNvSpPr txBox="1"/>
          <p:nvPr/>
        </p:nvSpPr>
        <p:spPr>
          <a:xfrm>
            <a:off x="722812" y="2275243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해설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6F0DB-D2F5-BE42-91AB-937573F2B5F2}"/>
              </a:ext>
            </a:extLst>
          </p:cNvPr>
          <p:cNvSpPr txBox="1"/>
          <p:nvPr/>
        </p:nvSpPr>
        <p:spPr>
          <a:xfrm>
            <a:off x="722811" y="2691344"/>
            <a:ext cx="10746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다익스트라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알고리즘을 그대로 적용하는 문제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E3EEB5-8FA3-E644-5639-D749B15D894F}"/>
              </a:ext>
            </a:extLst>
          </p:cNvPr>
          <p:cNvGrpSpPr/>
          <p:nvPr/>
        </p:nvGrpSpPr>
        <p:grpSpPr>
          <a:xfrm>
            <a:off x="4896018" y="1545201"/>
            <a:ext cx="2399963" cy="430887"/>
            <a:chOff x="1097620" y="1639465"/>
            <a:chExt cx="2399963" cy="430887"/>
          </a:xfrm>
        </p:grpSpPr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AEB378BC-5FF9-6585-9025-45F23E7033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A4FEA8-52D4-A895-168E-169D0A3001E7}"/>
                </a:ext>
              </a:extLst>
            </p:cNvPr>
            <p:cNvSpPr txBox="1"/>
            <p:nvPr/>
          </p:nvSpPr>
          <p:spPr>
            <a:xfrm>
              <a:off x="1355463" y="1639465"/>
              <a:ext cx="21421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최단경로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#1941)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6811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57EFA-6CC3-01EB-F5F9-625A97E0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F81FD59-2C0E-DB2C-0580-4B780CF4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C48FA9-04F7-CA27-E255-CAA4FA2C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24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0891AB5-C325-21CD-E7AD-41E1BBEF546D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636C8E5-C2DD-35B8-C7A9-F1966862A58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94379F-95A6-02CC-4CE9-61B60809E555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09140A-F290-439B-F55F-9703632D289A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연습 문제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6D4FDCA-0D26-DF98-EF8D-2FCC6E21A7B2}"/>
              </a:ext>
            </a:extLst>
          </p:cNvPr>
          <p:cNvGrpSpPr/>
          <p:nvPr/>
        </p:nvGrpSpPr>
        <p:grpSpPr>
          <a:xfrm>
            <a:off x="5032372" y="1536579"/>
            <a:ext cx="2127255" cy="430887"/>
            <a:chOff x="1097620" y="1639465"/>
            <a:chExt cx="2127255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0BAE79CA-3B08-1D2C-8A21-55D95ED4BB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953B-5851-D23C-CBDB-DEFDEBCCEE69}"/>
                </a:ext>
              </a:extLst>
            </p:cNvPr>
            <p:cNvSpPr txBox="1"/>
            <p:nvPr/>
          </p:nvSpPr>
          <p:spPr>
            <a:xfrm>
              <a:off x="1355462" y="1639465"/>
              <a:ext cx="18694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지하철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#2097)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6E45FB2-8116-641A-B820-E9A229960041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AFDA26-0F82-D28A-E61C-322EDE1913EE}"/>
              </a:ext>
            </a:extLst>
          </p:cNvPr>
          <p:cNvSpPr txBox="1"/>
          <p:nvPr/>
        </p:nvSpPr>
        <p:spPr>
          <a:xfrm>
            <a:off x="1406099" y="3107445"/>
            <a:ext cx="516455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정점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간선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en-US" altLang="ko-KR" sz="1600" baseline="300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이루어진 그래프가 주어진다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각 간선에는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가중치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존재한다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정점에서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정점으로 가는 최단 경로 구하기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ECE4F9"/>
              </a:highlight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최소 비용 뿐 아니라 경로도 출력해야 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722BEE-CC42-E6C8-EC27-A0257C6BB8B3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1FB1F5-281D-A1C4-F5E3-FBD0D59D6A4D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4718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3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0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간선의 가중치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)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1FB1F5-281D-A1C4-F5E3-FBD0D59D6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471804" cy="1169551"/>
              </a:xfrm>
              <a:prstGeom prst="rect">
                <a:avLst/>
              </a:prstGeom>
              <a:blipFill>
                <a:blip r:embed="rId3"/>
                <a:stretch>
                  <a:fillRect l="-702" b="-67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410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1BE3-F59A-E31F-4DD0-85674DD0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8E49080-B525-9A1B-A02B-77DD33F5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C87611-CA3F-B521-0835-89FAC6F2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25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16B7957-147D-8660-2137-FA0000D5063E}"/>
              </a:ext>
            </a:extLst>
          </p:cNvPr>
          <p:cNvGrpSpPr/>
          <p:nvPr/>
        </p:nvGrpSpPr>
        <p:grpSpPr>
          <a:xfrm>
            <a:off x="722811" y="577310"/>
            <a:ext cx="2781650" cy="750097"/>
            <a:chOff x="1271451" y="2719618"/>
            <a:chExt cx="278165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87C2B2E-D831-589E-33B5-DEAF943AE01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C607-D4A0-6C7A-DDCE-BF467B1744C6}"/>
                </a:ext>
              </a:extLst>
            </p:cNvPr>
            <p:cNvSpPr txBox="1"/>
            <p:nvPr/>
          </p:nvSpPr>
          <p:spPr>
            <a:xfrm>
              <a:off x="1382177" y="2853329"/>
              <a:ext cx="2670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다익스트라 알고리즘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CFC4ED-0C22-1C6A-1F21-287240AB33A3}"/>
                </a:ext>
              </a:extLst>
            </p:cNvPr>
            <p:cNvSpPr txBox="1"/>
            <p:nvPr/>
          </p:nvSpPr>
          <p:spPr>
            <a:xfrm>
              <a:off x="1382177" y="3192716"/>
              <a:ext cx="25410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&lt;Dijkstra’s Algorithm&gt; 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연습 문제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140B09-95B9-6EC8-BAD4-4E570C8B1803}"/>
              </a:ext>
            </a:extLst>
          </p:cNvPr>
          <p:cNvSpPr txBox="1"/>
          <p:nvPr/>
        </p:nvSpPr>
        <p:spPr>
          <a:xfrm>
            <a:off x="722812" y="2275243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해설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01C90-F73A-1D30-891A-25FE6613871B}"/>
              </a:ext>
            </a:extLst>
          </p:cNvPr>
          <p:cNvSpPr txBox="1"/>
          <p:nvPr/>
        </p:nvSpPr>
        <p:spPr>
          <a:xfrm>
            <a:off x="722811" y="2691344"/>
            <a:ext cx="107463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최단 거리를 갱신할 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k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가기 이전의 노드를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prev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[]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배열에 저장해 둡니다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정점에서 시작해서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정점이 나올 때까지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prev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[]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배열을 따라가주면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A327E-3ECD-C8B8-42EB-1B215C497E16}"/>
              </a:ext>
            </a:extLst>
          </p:cNvPr>
          <p:cNvSpPr txBox="1"/>
          <p:nvPr/>
        </p:nvSpPr>
        <p:spPr>
          <a:xfrm>
            <a:off x="4167598" y="3717489"/>
            <a:ext cx="41146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F701317-44DB-B4BC-49C8-D758BEF86C3A}"/>
              </a:ext>
            </a:extLst>
          </p:cNvPr>
          <p:cNvGrpSpPr/>
          <p:nvPr/>
        </p:nvGrpSpPr>
        <p:grpSpPr>
          <a:xfrm>
            <a:off x="5032372" y="1536579"/>
            <a:ext cx="2127255" cy="430887"/>
            <a:chOff x="1097620" y="1639465"/>
            <a:chExt cx="2127255" cy="430887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1EC4EA9D-029C-E99F-9FB4-69A04C1860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B44495-CF02-FE1D-EB0F-27E559FB7A1C}"/>
                </a:ext>
              </a:extLst>
            </p:cNvPr>
            <p:cNvSpPr txBox="1"/>
            <p:nvPr/>
          </p:nvSpPr>
          <p:spPr>
            <a:xfrm>
              <a:off x="1355462" y="1639465"/>
              <a:ext cx="18694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지하철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#2097)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320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F87A-B9B2-70C1-D8E7-04AAC593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FFE41B2-D449-15D6-F903-A3C55D9E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48DCF0B-C398-B517-9D4C-A4EAE483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D490115-C024-5C4B-02F3-FA3A60E05992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DCCF08-37BC-5E53-4F53-41F49A71B27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A62E63-1692-1A67-92E1-D058A145448A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필수 문제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1DDA138-4710-4FBF-9C67-F60F924C7B94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7CA6D9B-1E40-EEDB-EDD2-99413B2DF22B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6DA1BBAA-9C36-8B2A-DB89-F6B9F732C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E1AB2E-AA61-8B1C-B95A-EBE16C0E16E4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최단경로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#1941)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86F058-00C0-756B-9AF1-FEA045E83059}"/>
                </a:ext>
              </a:extLst>
            </p:cNvPr>
            <p:cNvSpPr txBox="1"/>
            <p:nvPr/>
          </p:nvSpPr>
          <p:spPr>
            <a:xfrm>
              <a:off x="1091379" y="2227006"/>
              <a:ext cx="316933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다익스트라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알고리즘 익히기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7D427CC-7E9B-3731-C534-F30E7F96A045}"/>
              </a:ext>
            </a:extLst>
          </p:cNvPr>
          <p:cNvGrpSpPr/>
          <p:nvPr/>
        </p:nvGrpSpPr>
        <p:grpSpPr>
          <a:xfrm>
            <a:off x="6886356" y="1761510"/>
            <a:ext cx="4407057" cy="790584"/>
            <a:chOff x="833537" y="1761511"/>
            <a:chExt cx="4407057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B64A6C63-CA88-D634-E978-5948CFD5F677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52781A24-E375-8179-BB44-6D16B5AC7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22C9BCE-3F0B-A94E-60C2-6F0D155086B2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지하철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#2097)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05EC46-D3EA-ADE1-9F97-B102BD3ADEBD}"/>
                </a:ext>
              </a:extLst>
            </p:cNvPr>
            <p:cNvSpPr txBox="1"/>
            <p:nvPr/>
          </p:nvSpPr>
          <p:spPr>
            <a:xfrm>
              <a:off x="1091378" y="2227006"/>
              <a:ext cx="3614593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다익스트라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알고리즘으로 경로 구하기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1441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27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108389" cy="533821"/>
            <a:chOff x="1271451" y="2719618"/>
            <a:chExt cx="210838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 도전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341961C-51C8-AD09-6FA4-6D0313682DC7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F12F775-532B-3A5C-6513-23CDFA918780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A7BE940B-E6D3-53BC-717F-055402626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7AF04-800F-CF98-2ED6-27C83E4530FE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페이지 전환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#1108)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5DDAAB-1D20-DCB5-EE2A-4CEE275E3B91}"/>
                </a:ext>
              </a:extLst>
            </p:cNvPr>
            <p:cNvSpPr txBox="1"/>
            <p:nvPr/>
          </p:nvSpPr>
          <p:spPr>
            <a:xfrm>
              <a:off x="1091379" y="2227006"/>
              <a:ext cx="316933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다익스트라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여러 번 돌리기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0816266-DCD5-8A4C-A62A-45E0E84BBA7F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D5D57EA-215C-9B08-1744-B17B4A98963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5ABFB785-0693-76F8-5F2F-96C60DB27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78B6DF-292F-62DF-3714-F9A4617FAEBB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소는 왜 길을 건너갔을까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? 7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#4013)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55F67-6F0F-618D-4DD9-B0592E3B20E8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‘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상태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’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를 그래프에 녹여내는 방법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726B822-8D07-494E-D51C-23B33077616B}"/>
              </a:ext>
            </a:extLst>
          </p:cNvPr>
          <p:cNvGrpSpPr/>
          <p:nvPr/>
        </p:nvGrpSpPr>
        <p:grpSpPr>
          <a:xfrm>
            <a:off x="6886356" y="1761510"/>
            <a:ext cx="4407057" cy="790584"/>
            <a:chOff x="833537" y="1761511"/>
            <a:chExt cx="4407057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BBBB05C-5EBD-7019-F748-4BE98DA5879D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31C961CA-52D6-3EF0-ADF3-ED9F37AEE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1424FA-4107-D1F2-BD99-1538D7F11479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꿀꿀이 축제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#2109)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2886CA-81A1-AAF7-DE7B-51AAAD5D6F13}"/>
                </a:ext>
              </a:extLst>
            </p:cNvPr>
            <p:cNvSpPr txBox="1"/>
            <p:nvPr/>
          </p:nvSpPr>
          <p:spPr>
            <a:xfrm>
              <a:off x="1091378" y="2227006"/>
              <a:ext cx="3614593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각 정점에서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X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번 정점까지 갈 때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각각의 거리를 구하기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863429-11E0-F493-E0AE-3129EE632BFB}"/>
              </a:ext>
            </a:extLst>
          </p:cNvPr>
          <p:cNvGrpSpPr/>
          <p:nvPr/>
        </p:nvGrpSpPr>
        <p:grpSpPr>
          <a:xfrm>
            <a:off x="6886356" y="3033708"/>
            <a:ext cx="4407057" cy="790584"/>
            <a:chOff x="833537" y="1761511"/>
            <a:chExt cx="4407057" cy="7905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74A8B60-4365-D406-CE2B-F871C9BD1453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B48B4AA8-8021-2A09-261C-948D90D39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13EBAE-440A-40BF-11E6-7B49089D8D12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주유소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고등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)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#2999)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8DF2ED-A47A-92DB-950A-372DFA1B4E0F}"/>
                </a:ext>
              </a:extLst>
            </p:cNvPr>
            <p:cNvSpPr txBox="1"/>
            <p:nvPr/>
          </p:nvSpPr>
          <p:spPr>
            <a:xfrm>
              <a:off x="1091379" y="2227006"/>
              <a:ext cx="2653770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이전에 방문한 노드의 기름값도 중요하다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DADD5D3-D80A-B325-031A-24B03E6F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49" y="859251"/>
            <a:ext cx="5164301" cy="5139497"/>
          </a:xfrm>
          <a:prstGeom prst="rect">
            <a:avLst/>
          </a:prstGeom>
        </p:spPr>
      </p:pic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B4CC88C-A23F-C22E-F092-68A9A8DEA023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2258968274"/>
      </p:ext>
    </p:extLst>
  </p:cSld>
  <p:clrMapOvr>
    <a:masterClrMapping/>
  </p:clrMapOvr>
</p:sld>
</file>

<file path=ppt/theme/theme1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1824</Words>
  <Application>Microsoft Office PowerPoint</Application>
  <PresentationFormat>와이드스크린</PresentationFormat>
  <Paragraphs>581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마루 부리OTF 굵은</vt:lpstr>
      <vt:lpstr>마루 부리OTF 가는</vt:lpstr>
      <vt:lpstr>마루 부리OTF 아주가는</vt:lpstr>
      <vt:lpstr>Cambria Math</vt:lpstr>
      <vt:lpstr>마루 부리OTF 중간</vt:lpstr>
      <vt:lpstr>맑은 고딕</vt:lpstr>
      <vt:lpstr>Arial</vt:lpstr>
      <vt:lpstr>Consolas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최철민</dc:creator>
  <cp:lastModifiedBy>김태우</cp:lastModifiedBy>
  <cp:revision>96</cp:revision>
  <dcterms:created xsi:type="dcterms:W3CDTF">2023-01-29T15:02:12Z</dcterms:created>
  <dcterms:modified xsi:type="dcterms:W3CDTF">2026-06-01T01:39:18Z</dcterms:modified>
</cp:coreProperties>
</file>