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79" r:id="rId4"/>
    <p:sldId id="280" r:id="rId5"/>
    <p:sldId id="283" r:id="rId6"/>
    <p:sldId id="281" r:id="rId7"/>
    <p:sldId id="263" r:id="rId8"/>
    <p:sldId id="284" r:id="rId9"/>
    <p:sldId id="267" r:id="rId10"/>
    <p:sldId id="269" r:id="rId11"/>
    <p:sldId id="272" r:id="rId12"/>
    <p:sldId id="273" r:id="rId13"/>
    <p:sldId id="274" r:id="rId14"/>
    <p:sldId id="275" r:id="rId15"/>
    <p:sldId id="276" r:id="rId16"/>
    <p:sldId id="277" r:id="rId17"/>
    <p:sldId id="278" r:id="rId18"/>
  </p:sldIdLst>
  <p:sldSz cx="12192000" cy="685800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2B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343BB1-2C4C-4C4E-AFB9-977356D6CFD7}" v="29" dt="2025-03-15T09:53:35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3384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gjun Jung" userId="aacad43199554a35" providerId="LiveId" clId="{B5343BB1-2C4C-4C4E-AFB9-977356D6CFD7}"/>
    <pc:docChg chg="undo redo custSel modSld modMainMaster">
      <pc:chgData name="Sungjun Jung" userId="aacad43199554a35" providerId="LiveId" clId="{B5343BB1-2C4C-4C4E-AFB9-977356D6CFD7}" dt="2025-03-15T09:54:20.110" v="316"/>
      <pc:docMkLst>
        <pc:docMk/>
      </pc:docMkLst>
      <pc:sldChg chg="mod modClrScheme chgLayout">
        <pc:chgData name="Sungjun Jung" userId="aacad43199554a35" providerId="LiveId" clId="{B5343BB1-2C4C-4C4E-AFB9-977356D6CFD7}" dt="2025-03-15T08:52:41.354" v="7" actId="700"/>
        <pc:sldMkLst>
          <pc:docMk/>
          <pc:sldMk cId="0" sldId="256"/>
        </pc:sldMkLst>
      </pc:sldChg>
      <pc:sldChg chg="modSp mod">
        <pc:chgData name="Sungjun Jung" userId="aacad43199554a35" providerId="LiveId" clId="{B5343BB1-2C4C-4C4E-AFB9-977356D6CFD7}" dt="2025-03-15T08:55:51.493" v="20" actId="14100"/>
        <pc:sldMkLst>
          <pc:docMk/>
          <pc:sldMk cId="0" sldId="257"/>
        </pc:sldMkLst>
        <pc:spChg chg="mod">
          <ac:chgData name="Sungjun Jung" userId="aacad43199554a35" providerId="LiveId" clId="{B5343BB1-2C4C-4C4E-AFB9-977356D6CFD7}" dt="2025-03-15T08:55:51.493" v="20" actId="14100"/>
          <ac:spMkLst>
            <pc:docMk/>
            <pc:sldMk cId="0" sldId="257"/>
            <ac:spMk id="49" creationId="{00000000-0000-0000-0000-000000000000}"/>
          </ac:spMkLst>
        </pc:spChg>
      </pc:sldChg>
      <pc:sldChg chg="modSp mod">
        <pc:chgData name="Sungjun Jung" userId="aacad43199554a35" providerId="LiveId" clId="{B5343BB1-2C4C-4C4E-AFB9-977356D6CFD7}" dt="2025-03-15T08:59:48.999" v="42" actId="20577"/>
        <pc:sldMkLst>
          <pc:docMk/>
          <pc:sldMk cId="0" sldId="258"/>
        </pc:sldMkLst>
        <pc:spChg chg="mod">
          <ac:chgData name="Sungjun Jung" userId="aacad43199554a35" providerId="LiveId" clId="{B5343BB1-2C4C-4C4E-AFB9-977356D6CFD7}" dt="2025-03-15T08:55:55.586" v="21" actId="14100"/>
          <ac:spMkLst>
            <pc:docMk/>
            <pc:sldMk cId="0" sldId="258"/>
            <ac:spMk id="55" creationId="{00000000-0000-0000-0000-000000000000}"/>
          </ac:spMkLst>
        </pc:spChg>
        <pc:spChg chg="mod">
          <ac:chgData name="Sungjun Jung" userId="aacad43199554a35" providerId="LiveId" clId="{B5343BB1-2C4C-4C4E-AFB9-977356D6CFD7}" dt="2025-03-15T08:59:48.999" v="42" actId="20577"/>
          <ac:spMkLst>
            <pc:docMk/>
            <pc:sldMk cId="0" sldId="258"/>
            <ac:spMk id="56" creationId="{00000000-0000-0000-0000-000000000000}"/>
          </ac:spMkLst>
        </pc:spChg>
      </pc:sldChg>
      <pc:sldChg chg="modSp mod modClrScheme chgLayout">
        <pc:chgData name="Sungjun Jung" userId="aacad43199554a35" providerId="LiveId" clId="{B5343BB1-2C4C-4C4E-AFB9-977356D6CFD7}" dt="2025-03-15T09:54:20.110" v="316"/>
        <pc:sldMkLst>
          <pc:docMk/>
          <pc:sldMk cId="0" sldId="259"/>
        </pc:sldMkLst>
        <pc:spChg chg="mod">
          <ac:chgData name="Sungjun Jung" userId="aacad43199554a35" providerId="LiveId" clId="{B5343BB1-2C4C-4C4E-AFB9-977356D6CFD7}" dt="2025-03-15T09:54:20.110" v="316"/>
          <ac:spMkLst>
            <pc:docMk/>
            <pc:sldMk cId="0" sldId="259"/>
            <ac:spMk id="62" creationId="{00000000-0000-0000-0000-000000000000}"/>
          </ac:spMkLst>
        </pc:spChg>
      </pc:sldChg>
      <pc:sldChg chg="modSp mod">
        <pc:chgData name="Sungjun Jung" userId="aacad43199554a35" providerId="LiveId" clId="{B5343BB1-2C4C-4C4E-AFB9-977356D6CFD7}" dt="2025-03-15T09:21:08.744" v="194"/>
        <pc:sldMkLst>
          <pc:docMk/>
          <pc:sldMk cId="0" sldId="260"/>
        </pc:sldMkLst>
        <pc:spChg chg="mod">
          <ac:chgData name="Sungjun Jung" userId="aacad43199554a35" providerId="LiveId" clId="{B5343BB1-2C4C-4C4E-AFB9-977356D6CFD7}" dt="2025-03-15T09:21:08.744" v="194"/>
          <ac:spMkLst>
            <pc:docMk/>
            <pc:sldMk cId="0" sldId="260"/>
            <ac:spMk id="68" creationId="{00000000-0000-0000-0000-000000000000}"/>
          </ac:spMkLst>
        </pc:spChg>
      </pc:sldChg>
      <pc:sldChg chg="modSp mod">
        <pc:chgData name="Sungjun Jung" userId="aacad43199554a35" providerId="LiveId" clId="{B5343BB1-2C4C-4C4E-AFB9-977356D6CFD7}" dt="2025-03-15T09:20:55.594" v="180" actId="11"/>
        <pc:sldMkLst>
          <pc:docMk/>
          <pc:sldMk cId="0" sldId="261"/>
        </pc:sldMkLst>
        <pc:spChg chg="mod">
          <ac:chgData name="Sungjun Jung" userId="aacad43199554a35" providerId="LiveId" clId="{B5343BB1-2C4C-4C4E-AFB9-977356D6CFD7}" dt="2025-03-15T09:20:55.594" v="180" actId="11"/>
          <ac:spMkLst>
            <pc:docMk/>
            <pc:sldMk cId="0" sldId="261"/>
            <ac:spMk id="75" creationId="{00000000-0000-0000-0000-000000000000}"/>
          </ac:spMkLst>
        </pc:spChg>
      </pc:sldChg>
      <pc:sldChg chg="modSp mod">
        <pc:chgData name="Sungjun Jung" userId="aacad43199554a35" providerId="LiveId" clId="{B5343BB1-2C4C-4C4E-AFB9-977356D6CFD7}" dt="2025-03-15T09:22:34.655" v="278" actId="20577"/>
        <pc:sldMkLst>
          <pc:docMk/>
          <pc:sldMk cId="0" sldId="262"/>
        </pc:sldMkLst>
        <pc:spChg chg="mod">
          <ac:chgData name="Sungjun Jung" userId="aacad43199554a35" providerId="LiveId" clId="{B5343BB1-2C4C-4C4E-AFB9-977356D6CFD7}" dt="2025-03-15T09:22:34.655" v="278" actId="20577"/>
          <ac:spMkLst>
            <pc:docMk/>
            <pc:sldMk cId="0" sldId="262"/>
            <ac:spMk id="82" creationId="{00000000-0000-0000-0000-000000000000}"/>
          </ac:spMkLst>
        </pc:spChg>
      </pc:sldChg>
      <pc:sldChg chg="modSp mod">
        <pc:chgData name="Sungjun Jung" userId="aacad43199554a35" providerId="LiveId" clId="{B5343BB1-2C4C-4C4E-AFB9-977356D6CFD7}" dt="2025-03-15T09:27:35.549" v="304" actId="20577"/>
        <pc:sldMkLst>
          <pc:docMk/>
          <pc:sldMk cId="0" sldId="264"/>
        </pc:sldMkLst>
        <pc:spChg chg="mod">
          <ac:chgData name="Sungjun Jung" userId="aacad43199554a35" providerId="LiveId" clId="{B5343BB1-2C4C-4C4E-AFB9-977356D6CFD7}" dt="2025-03-15T09:27:35.549" v="304" actId="20577"/>
          <ac:spMkLst>
            <pc:docMk/>
            <pc:sldMk cId="0" sldId="264"/>
            <ac:spMk id="169" creationId="{00000000-0000-0000-0000-000000000000}"/>
          </ac:spMkLst>
        </pc:spChg>
      </pc:sldChg>
      <pc:sldChg chg="modSp mod">
        <pc:chgData name="Sungjun Jung" userId="aacad43199554a35" providerId="LiveId" clId="{B5343BB1-2C4C-4C4E-AFB9-977356D6CFD7}" dt="2025-03-15T09:27:29.888" v="302" actId="207"/>
        <pc:sldMkLst>
          <pc:docMk/>
          <pc:sldMk cId="0" sldId="265"/>
        </pc:sldMkLst>
        <pc:spChg chg="mod">
          <ac:chgData name="Sungjun Jung" userId="aacad43199554a35" providerId="LiveId" clId="{B5343BB1-2C4C-4C4E-AFB9-977356D6CFD7}" dt="2025-03-15T09:27:29.888" v="302" actId="207"/>
          <ac:spMkLst>
            <pc:docMk/>
            <pc:sldMk cId="0" sldId="265"/>
            <ac:spMk id="213" creationId="{00000000-0000-0000-0000-000000000000}"/>
          </ac:spMkLst>
        </pc:spChg>
      </pc:sldChg>
      <pc:sldChg chg="modSp mod">
        <pc:chgData name="Sungjun Jung" userId="aacad43199554a35" providerId="LiveId" clId="{B5343BB1-2C4C-4C4E-AFB9-977356D6CFD7}" dt="2025-03-15T09:27:21.154" v="300"/>
        <pc:sldMkLst>
          <pc:docMk/>
          <pc:sldMk cId="0" sldId="266"/>
        </pc:sldMkLst>
        <pc:spChg chg="mod">
          <ac:chgData name="Sungjun Jung" userId="aacad43199554a35" providerId="LiveId" clId="{B5343BB1-2C4C-4C4E-AFB9-977356D6CFD7}" dt="2025-03-15T09:27:21.154" v="300"/>
          <ac:spMkLst>
            <pc:docMk/>
            <pc:sldMk cId="0" sldId="266"/>
            <ac:spMk id="257" creationId="{00000000-0000-0000-0000-000000000000}"/>
          </ac:spMkLst>
        </pc:spChg>
      </pc:sldChg>
      <pc:sldChg chg="modSp mod">
        <pc:chgData name="Sungjun Jung" userId="aacad43199554a35" providerId="LiveId" clId="{B5343BB1-2C4C-4C4E-AFB9-977356D6CFD7}" dt="2025-03-15T09:27:43.789" v="305" actId="5793"/>
        <pc:sldMkLst>
          <pc:docMk/>
          <pc:sldMk cId="0" sldId="267"/>
        </pc:sldMkLst>
        <pc:spChg chg="mod">
          <ac:chgData name="Sungjun Jung" userId="aacad43199554a35" providerId="LiveId" clId="{B5343BB1-2C4C-4C4E-AFB9-977356D6CFD7}" dt="2025-03-15T09:27:43.789" v="305" actId="5793"/>
          <ac:spMkLst>
            <pc:docMk/>
            <pc:sldMk cId="0" sldId="267"/>
            <ac:spMk id="301" creationId="{00000000-0000-0000-0000-000000000000}"/>
          </ac:spMkLst>
        </pc:spChg>
      </pc:sldChg>
      <pc:sldChg chg="modSp mod">
        <pc:chgData name="Sungjun Jung" userId="aacad43199554a35" providerId="LiveId" clId="{B5343BB1-2C4C-4C4E-AFB9-977356D6CFD7}" dt="2025-03-15T09:26:48.433" v="295" actId="5793"/>
        <pc:sldMkLst>
          <pc:docMk/>
          <pc:sldMk cId="0" sldId="268"/>
        </pc:sldMkLst>
        <pc:spChg chg="mod">
          <ac:chgData name="Sungjun Jung" userId="aacad43199554a35" providerId="LiveId" clId="{B5343BB1-2C4C-4C4E-AFB9-977356D6CFD7}" dt="2025-03-15T09:26:48.433" v="295" actId="5793"/>
          <ac:spMkLst>
            <pc:docMk/>
            <pc:sldMk cId="0" sldId="268"/>
            <ac:spMk id="345" creationId="{00000000-0000-0000-0000-000000000000}"/>
          </ac:spMkLst>
        </pc:spChg>
      </pc:sldChg>
      <pc:sldChg chg="addSp modSp mod">
        <pc:chgData name="Sungjun Jung" userId="aacad43199554a35" providerId="LiveId" clId="{B5343BB1-2C4C-4C4E-AFB9-977356D6CFD7}" dt="2025-03-15T09:53:35.066" v="315"/>
        <pc:sldMkLst>
          <pc:docMk/>
          <pc:sldMk cId="0" sldId="269"/>
        </pc:sldMkLst>
        <pc:spChg chg="mod">
          <ac:chgData name="Sungjun Jung" userId="aacad43199554a35" providerId="LiveId" clId="{B5343BB1-2C4C-4C4E-AFB9-977356D6CFD7}" dt="2025-03-15T09:09:42.498" v="90" actId="14100"/>
          <ac:spMkLst>
            <pc:docMk/>
            <pc:sldMk cId="0" sldId="269"/>
            <ac:spMk id="354" creationId="{00000000-0000-0000-0000-000000000000}"/>
          </ac:spMkLst>
        </pc:spChg>
        <pc:spChg chg="mod">
          <ac:chgData name="Sungjun Jung" userId="aacad43199554a35" providerId="LiveId" clId="{B5343BB1-2C4C-4C4E-AFB9-977356D6CFD7}" dt="2025-03-15T09:09:35.014" v="89" actId="20577"/>
          <ac:spMkLst>
            <pc:docMk/>
            <pc:sldMk cId="0" sldId="269"/>
            <ac:spMk id="356" creationId="{00000000-0000-0000-0000-000000000000}"/>
          </ac:spMkLst>
        </pc:spChg>
        <pc:picChg chg="add mod">
          <ac:chgData name="Sungjun Jung" userId="aacad43199554a35" providerId="LiveId" clId="{B5343BB1-2C4C-4C4E-AFB9-977356D6CFD7}" dt="2025-03-15T09:53:35.066" v="315"/>
          <ac:picMkLst>
            <pc:docMk/>
            <pc:sldMk cId="0" sldId="269"/>
            <ac:picMk id="3" creationId="{7592ABCB-1D4B-811B-D93F-AE86C897D6FD}"/>
          </ac:picMkLst>
        </pc:picChg>
      </pc:sldChg>
      <pc:sldChg chg="addSp modSp">
        <pc:chgData name="Sungjun Jung" userId="aacad43199554a35" providerId="LiveId" clId="{B5343BB1-2C4C-4C4E-AFB9-977356D6CFD7}" dt="2025-03-15T09:53:33.564" v="314"/>
        <pc:sldMkLst>
          <pc:docMk/>
          <pc:sldMk cId="0" sldId="270"/>
        </pc:sldMkLst>
        <pc:picChg chg="add mod">
          <ac:chgData name="Sungjun Jung" userId="aacad43199554a35" providerId="LiveId" clId="{B5343BB1-2C4C-4C4E-AFB9-977356D6CFD7}" dt="2025-03-15T09:53:33.564" v="314"/>
          <ac:picMkLst>
            <pc:docMk/>
            <pc:sldMk cId="0" sldId="270"/>
            <ac:picMk id="3" creationId="{CFE8467A-CBF1-69DB-F45B-8332DAFC2460}"/>
          </ac:picMkLst>
        </pc:picChg>
      </pc:sldChg>
      <pc:sldChg chg="addSp modSp">
        <pc:chgData name="Sungjun Jung" userId="aacad43199554a35" providerId="LiveId" clId="{B5343BB1-2C4C-4C4E-AFB9-977356D6CFD7}" dt="2025-03-15T09:53:31.315" v="313"/>
        <pc:sldMkLst>
          <pc:docMk/>
          <pc:sldMk cId="0" sldId="271"/>
        </pc:sldMkLst>
        <pc:picChg chg="add mod">
          <ac:chgData name="Sungjun Jung" userId="aacad43199554a35" providerId="LiveId" clId="{B5343BB1-2C4C-4C4E-AFB9-977356D6CFD7}" dt="2025-03-15T09:53:31.315" v="313"/>
          <ac:picMkLst>
            <pc:docMk/>
            <pc:sldMk cId="0" sldId="271"/>
            <ac:picMk id="3" creationId="{845CB21B-054A-9608-0792-9B428BFC1E3E}"/>
          </ac:picMkLst>
        </pc:picChg>
      </pc:sldChg>
      <pc:sldChg chg="addSp modSp">
        <pc:chgData name="Sungjun Jung" userId="aacad43199554a35" providerId="LiveId" clId="{B5343BB1-2C4C-4C4E-AFB9-977356D6CFD7}" dt="2025-03-15T09:53:29.930" v="312"/>
        <pc:sldMkLst>
          <pc:docMk/>
          <pc:sldMk cId="0" sldId="272"/>
        </pc:sldMkLst>
        <pc:picChg chg="add mod">
          <ac:chgData name="Sungjun Jung" userId="aacad43199554a35" providerId="LiveId" clId="{B5343BB1-2C4C-4C4E-AFB9-977356D6CFD7}" dt="2025-03-15T09:53:29.930" v="312"/>
          <ac:picMkLst>
            <pc:docMk/>
            <pc:sldMk cId="0" sldId="272"/>
            <ac:picMk id="3" creationId="{28A80232-EC93-711E-36C2-74B242B6BBE9}"/>
          </ac:picMkLst>
        </pc:picChg>
      </pc:sldChg>
      <pc:sldChg chg="addSp modSp mod">
        <pc:chgData name="Sungjun Jung" userId="aacad43199554a35" providerId="LiveId" clId="{B5343BB1-2C4C-4C4E-AFB9-977356D6CFD7}" dt="2025-03-15T09:53:21.531" v="311" actId="1076"/>
        <pc:sldMkLst>
          <pc:docMk/>
          <pc:sldMk cId="0" sldId="273"/>
        </pc:sldMkLst>
        <pc:picChg chg="add mod">
          <ac:chgData name="Sungjun Jung" userId="aacad43199554a35" providerId="LiveId" clId="{B5343BB1-2C4C-4C4E-AFB9-977356D6CFD7}" dt="2025-03-15T09:53:21.531" v="311" actId="1076"/>
          <ac:picMkLst>
            <pc:docMk/>
            <pc:sldMk cId="0" sldId="273"/>
            <ac:picMk id="3" creationId="{3370CB38-6C70-F39B-63FE-770A80990108}"/>
          </ac:picMkLst>
        </pc:picChg>
      </pc:sldChg>
      <pc:sldChg chg="modSp mod">
        <pc:chgData name="Sungjun Jung" userId="aacad43199554a35" providerId="LiveId" clId="{B5343BB1-2C4C-4C4E-AFB9-977356D6CFD7}" dt="2025-03-15T09:28:08.075" v="309" actId="14100"/>
        <pc:sldMkLst>
          <pc:docMk/>
          <pc:sldMk cId="0" sldId="274"/>
        </pc:sldMkLst>
        <pc:spChg chg="mod">
          <ac:chgData name="Sungjun Jung" userId="aacad43199554a35" providerId="LiveId" clId="{B5343BB1-2C4C-4C4E-AFB9-977356D6CFD7}" dt="2025-03-15T09:28:08.075" v="309" actId="14100"/>
          <ac:spMkLst>
            <pc:docMk/>
            <pc:sldMk cId="0" sldId="274"/>
            <ac:spMk id="398" creationId="{00000000-0000-0000-0000-000000000000}"/>
          </ac:spMkLst>
        </pc:spChg>
        <pc:spChg chg="mod">
          <ac:chgData name="Sungjun Jung" userId="aacad43199554a35" providerId="LiveId" clId="{B5343BB1-2C4C-4C4E-AFB9-977356D6CFD7}" dt="2025-03-15T09:10:12.363" v="91" actId="14100"/>
          <ac:spMkLst>
            <pc:docMk/>
            <pc:sldMk cId="0" sldId="274"/>
            <ac:spMk id="399" creationId="{00000000-0000-0000-0000-000000000000}"/>
          </ac:spMkLst>
        </pc:spChg>
      </pc:sldChg>
      <pc:sldChg chg="modSp mod">
        <pc:chgData name="Sungjun Jung" userId="aacad43199554a35" providerId="LiveId" clId="{B5343BB1-2C4C-4C4E-AFB9-977356D6CFD7}" dt="2025-03-15T09:11:54.943" v="131" actId="20577"/>
        <pc:sldMkLst>
          <pc:docMk/>
          <pc:sldMk cId="0" sldId="275"/>
        </pc:sldMkLst>
        <pc:spChg chg="mod">
          <ac:chgData name="Sungjun Jung" userId="aacad43199554a35" providerId="LiveId" clId="{B5343BB1-2C4C-4C4E-AFB9-977356D6CFD7}" dt="2025-03-15T09:11:54.943" v="131" actId="20577"/>
          <ac:spMkLst>
            <pc:docMk/>
            <pc:sldMk cId="0" sldId="275"/>
            <ac:spMk id="405" creationId="{00000000-0000-0000-0000-000000000000}"/>
          </ac:spMkLst>
        </pc:spChg>
        <pc:spChg chg="mod">
          <ac:chgData name="Sungjun Jung" userId="aacad43199554a35" providerId="LiveId" clId="{B5343BB1-2C4C-4C4E-AFB9-977356D6CFD7}" dt="2025-03-15T09:10:21.279" v="93" actId="14100"/>
          <ac:spMkLst>
            <pc:docMk/>
            <pc:sldMk cId="0" sldId="275"/>
            <ac:spMk id="411" creationId="{00000000-0000-0000-0000-000000000000}"/>
          </ac:spMkLst>
        </pc:spChg>
      </pc:sldChg>
      <pc:sldChg chg="modSp mod">
        <pc:chgData name="Sungjun Jung" userId="aacad43199554a35" providerId="LiveId" clId="{B5343BB1-2C4C-4C4E-AFB9-977356D6CFD7}" dt="2025-03-15T09:18:00.273" v="155" actId="14100"/>
        <pc:sldMkLst>
          <pc:docMk/>
          <pc:sldMk cId="0" sldId="276"/>
        </pc:sldMkLst>
        <pc:spChg chg="mod">
          <ac:chgData name="Sungjun Jung" userId="aacad43199554a35" providerId="LiveId" clId="{B5343BB1-2C4C-4C4E-AFB9-977356D6CFD7}" dt="2025-03-15T09:15:56.573" v="145" actId="20577"/>
          <ac:spMkLst>
            <pc:docMk/>
            <pc:sldMk cId="0" sldId="276"/>
            <ac:spMk id="3" creationId="{8F4428E0-6C32-8B42-5180-D062289206EA}"/>
          </ac:spMkLst>
        </pc:spChg>
        <pc:picChg chg="mod">
          <ac:chgData name="Sungjun Jung" userId="aacad43199554a35" providerId="LiveId" clId="{B5343BB1-2C4C-4C4E-AFB9-977356D6CFD7}" dt="2025-03-15T09:17:47.247" v="152" actId="14100"/>
          <ac:picMkLst>
            <pc:docMk/>
            <pc:sldMk cId="0" sldId="276"/>
            <ac:picMk id="7" creationId="{88EEF8B1-6543-BBD1-3549-DE67AFF075CE}"/>
          </ac:picMkLst>
        </pc:picChg>
        <pc:picChg chg="mod">
          <ac:chgData name="Sungjun Jung" userId="aacad43199554a35" providerId="LiveId" clId="{B5343BB1-2C4C-4C4E-AFB9-977356D6CFD7}" dt="2025-03-15T09:17:50.978" v="153" actId="14100"/>
          <ac:picMkLst>
            <pc:docMk/>
            <pc:sldMk cId="0" sldId="276"/>
            <ac:picMk id="11" creationId="{154A9E22-4A59-5E85-3355-E8638D381260}"/>
          </ac:picMkLst>
        </pc:picChg>
        <pc:picChg chg="mod">
          <ac:chgData name="Sungjun Jung" userId="aacad43199554a35" providerId="LiveId" clId="{B5343BB1-2C4C-4C4E-AFB9-977356D6CFD7}" dt="2025-03-15T09:17:56.707" v="154" actId="14100"/>
          <ac:picMkLst>
            <pc:docMk/>
            <pc:sldMk cId="0" sldId="276"/>
            <ac:picMk id="13" creationId="{7A96D1EA-4FF5-EEE4-02A1-EE9F588C0892}"/>
          </ac:picMkLst>
        </pc:picChg>
        <pc:picChg chg="mod">
          <ac:chgData name="Sungjun Jung" userId="aacad43199554a35" providerId="LiveId" clId="{B5343BB1-2C4C-4C4E-AFB9-977356D6CFD7}" dt="2025-03-15T09:18:00.273" v="155" actId="14100"/>
          <ac:picMkLst>
            <pc:docMk/>
            <pc:sldMk cId="0" sldId="276"/>
            <ac:picMk id="15" creationId="{92E3242C-893B-93AE-90D0-762E3FA2A97A}"/>
          </ac:picMkLst>
        </pc:picChg>
      </pc:sldChg>
      <pc:sldChg chg="addSp delSp modSp mod">
        <pc:chgData name="Sungjun Jung" userId="aacad43199554a35" providerId="LiveId" clId="{B5343BB1-2C4C-4C4E-AFB9-977356D6CFD7}" dt="2025-03-15T09:19:33.724" v="163" actId="167"/>
        <pc:sldMkLst>
          <pc:docMk/>
          <pc:sldMk cId="0" sldId="277"/>
        </pc:sldMkLst>
        <pc:spChg chg="add del">
          <ac:chgData name="Sungjun Jung" userId="aacad43199554a35" providerId="LiveId" clId="{B5343BB1-2C4C-4C4E-AFB9-977356D6CFD7}" dt="2025-03-15T09:19:15.831" v="159" actId="22"/>
          <ac:spMkLst>
            <pc:docMk/>
            <pc:sldMk cId="0" sldId="277"/>
            <ac:spMk id="4" creationId="{A08F4087-E956-E3C8-D37B-0F1D4A010273}"/>
          </ac:spMkLst>
        </pc:spChg>
        <pc:spChg chg="mod">
          <ac:chgData name="Sungjun Jung" userId="aacad43199554a35" providerId="LiveId" clId="{B5343BB1-2C4C-4C4E-AFB9-977356D6CFD7}" dt="2025-03-15T09:19:00.424" v="157" actId="1076"/>
          <ac:spMkLst>
            <pc:docMk/>
            <pc:sldMk cId="0" sldId="277"/>
            <ac:spMk id="6" creationId="{63B9E78A-D618-FE4C-3F21-4C93C1B8489E}"/>
          </ac:spMkLst>
        </pc:spChg>
        <pc:spChg chg="mod">
          <ac:chgData name="Sungjun Jung" userId="aacad43199554a35" providerId="LiveId" clId="{B5343BB1-2C4C-4C4E-AFB9-977356D6CFD7}" dt="2025-03-15T09:19:00.424" v="157" actId="1076"/>
          <ac:spMkLst>
            <pc:docMk/>
            <pc:sldMk cId="0" sldId="277"/>
            <ac:spMk id="7" creationId="{135B7828-35CC-C8EE-2666-E2B82F6192FA}"/>
          </ac:spMkLst>
        </pc:spChg>
        <pc:spChg chg="mod">
          <ac:chgData name="Sungjun Jung" userId="aacad43199554a35" providerId="LiveId" clId="{B5343BB1-2C4C-4C4E-AFB9-977356D6CFD7}" dt="2025-03-15T09:19:00.424" v="157" actId="1076"/>
          <ac:spMkLst>
            <pc:docMk/>
            <pc:sldMk cId="0" sldId="277"/>
            <ac:spMk id="10" creationId="{A97A071E-76A2-4E07-D3B8-8576826CDB4C}"/>
          </ac:spMkLst>
        </pc:spChg>
        <pc:spChg chg="mod">
          <ac:chgData name="Sungjun Jung" userId="aacad43199554a35" providerId="LiveId" clId="{B5343BB1-2C4C-4C4E-AFB9-977356D6CFD7}" dt="2025-03-15T09:19:00.424" v="157" actId="1076"/>
          <ac:spMkLst>
            <pc:docMk/>
            <pc:sldMk cId="0" sldId="277"/>
            <ac:spMk id="11" creationId="{99C9BD6F-B3FF-AA14-6CB9-003060D1FCD5}"/>
          </ac:spMkLst>
        </pc:spChg>
        <pc:spChg chg="mod ord topLvl">
          <ac:chgData name="Sungjun Jung" userId="aacad43199554a35" providerId="LiveId" clId="{B5343BB1-2C4C-4C4E-AFB9-977356D6CFD7}" dt="2025-03-15T09:19:33.724" v="163" actId="167"/>
          <ac:spMkLst>
            <pc:docMk/>
            <pc:sldMk cId="0" sldId="277"/>
            <ac:spMk id="12" creationId="{4BCEC231-C851-F1CD-4CC3-519455E2648B}"/>
          </ac:spMkLst>
        </pc:spChg>
        <pc:spChg chg="del mod topLvl">
          <ac:chgData name="Sungjun Jung" userId="aacad43199554a35" providerId="LiveId" clId="{B5343BB1-2C4C-4C4E-AFB9-977356D6CFD7}" dt="2025-03-15T09:19:30.037" v="162" actId="478"/>
          <ac:spMkLst>
            <pc:docMk/>
            <pc:sldMk cId="0" sldId="277"/>
            <ac:spMk id="14" creationId="{E104C926-2222-AEA6-0BA4-427E2A0757FD}"/>
          </ac:spMkLst>
        </pc:spChg>
        <pc:spChg chg="del topLvl">
          <ac:chgData name="Sungjun Jung" userId="aacad43199554a35" providerId="LiveId" clId="{B5343BB1-2C4C-4C4E-AFB9-977356D6CFD7}" dt="2025-03-15T09:19:21.531" v="160" actId="478"/>
          <ac:spMkLst>
            <pc:docMk/>
            <pc:sldMk cId="0" sldId="277"/>
            <ac:spMk id="426" creationId="{00000000-0000-0000-0000-000000000000}"/>
          </ac:spMkLst>
        </pc:spChg>
        <pc:spChg chg="topLvl">
          <ac:chgData name="Sungjun Jung" userId="aacad43199554a35" providerId="LiveId" clId="{B5343BB1-2C4C-4C4E-AFB9-977356D6CFD7}" dt="2025-03-15T09:19:21.531" v="160" actId="478"/>
          <ac:spMkLst>
            <pc:docMk/>
            <pc:sldMk cId="0" sldId="277"/>
            <ac:spMk id="427" creationId="{00000000-0000-0000-0000-000000000000}"/>
          </ac:spMkLst>
        </pc:spChg>
        <pc:spChg chg="mod">
          <ac:chgData name="Sungjun Jung" userId="aacad43199554a35" providerId="LiveId" clId="{B5343BB1-2C4C-4C4E-AFB9-977356D6CFD7}" dt="2025-03-15T09:15:45.178" v="143" actId="20577"/>
          <ac:spMkLst>
            <pc:docMk/>
            <pc:sldMk cId="0" sldId="277"/>
            <ac:spMk id="439" creationId="{00000000-0000-0000-0000-000000000000}"/>
          </ac:spMkLst>
        </pc:spChg>
        <pc:grpChg chg="add del mod">
          <ac:chgData name="Sungjun Jung" userId="aacad43199554a35" providerId="LiveId" clId="{B5343BB1-2C4C-4C4E-AFB9-977356D6CFD7}" dt="2025-03-15T09:19:30.037" v="162" actId="478"/>
          <ac:grpSpMkLst>
            <pc:docMk/>
            <pc:sldMk cId="0" sldId="277"/>
            <ac:grpSpMk id="8" creationId="{A35C8FEC-1CED-7AFE-634C-AC30C3E1C7EC}"/>
          </ac:grpSpMkLst>
        </pc:grpChg>
        <pc:grpChg chg="del">
          <ac:chgData name="Sungjun Jung" userId="aacad43199554a35" providerId="LiveId" clId="{B5343BB1-2C4C-4C4E-AFB9-977356D6CFD7}" dt="2025-03-15T09:19:21.531" v="160" actId="478"/>
          <ac:grpSpMkLst>
            <pc:docMk/>
            <pc:sldMk cId="0" sldId="277"/>
            <ac:grpSpMk id="425" creationId="{00000000-0000-0000-0000-000000000000}"/>
          </ac:grpSpMkLst>
        </pc:grpChg>
        <pc:grpChg chg="mod">
          <ac:chgData name="Sungjun Jung" userId="aacad43199554a35" providerId="LiveId" clId="{B5343BB1-2C4C-4C4E-AFB9-977356D6CFD7}" dt="2025-03-15T09:19:00.424" v="157" actId="1076"/>
          <ac:grpSpMkLst>
            <pc:docMk/>
            <pc:sldMk cId="0" sldId="277"/>
            <ac:grpSpMk id="432" creationId="{00000000-0000-0000-0000-000000000000}"/>
          </ac:grpSpMkLst>
        </pc:grpChg>
        <pc:grpChg chg="mod">
          <ac:chgData name="Sungjun Jung" userId="aacad43199554a35" providerId="LiveId" clId="{B5343BB1-2C4C-4C4E-AFB9-977356D6CFD7}" dt="2025-03-15T09:16:46.507" v="148" actId="1076"/>
          <ac:grpSpMkLst>
            <pc:docMk/>
            <pc:sldMk cId="0" sldId="277"/>
            <ac:grpSpMk id="436" creationId="{00000000-0000-0000-0000-000000000000}"/>
          </ac:grpSpMkLst>
        </pc:grpChg>
        <pc:grpChg chg="mod">
          <ac:chgData name="Sungjun Jung" userId="aacad43199554a35" providerId="LiveId" clId="{B5343BB1-2C4C-4C4E-AFB9-977356D6CFD7}" dt="2025-03-15T09:17:13.320" v="150" actId="1076"/>
          <ac:grpSpMkLst>
            <pc:docMk/>
            <pc:sldMk cId="0" sldId="277"/>
            <ac:grpSpMk id="440" creationId="{00000000-0000-0000-0000-000000000000}"/>
          </ac:grpSpMkLst>
        </pc:grpChg>
        <pc:picChg chg="mod">
          <ac:chgData name="Sungjun Jung" userId="aacad43199554a35" providerId="LiveId" clId="{B5343BB1-2C4C-4C4E-AFB9-977356D6CFD7}" dt="2025-03-15T09:19:00.424" v="157" actId="1076"/>
          <ac:picMkLst>
            <pc:docMk/>
            <pc:sldMk cId="0" sldId="277"/>
            <ac:picMk id="3" creationId="{7D7F7D74-FC2B-E1B8-8932-EC44A41BDF4E}"/>
          </ac:picMkLst>
        </pc:picChg>
        <pc:picChg chg="mod">
          <ac:chgData name="Sungjun Jung" userId="aacad43199554a35" providerId="LiveId" clId="{B5343BB1-2C4C-4C4E-AFB9-977356D6CFD7}" dt="2025-03-15T09:19:00.424" v="157" actId="1076"/>
          <ac:picMkLst>
            <pc:docMk/>
            <pc:sldMk cId="0" sldId="277"/>
            <ac:picMk id="5" creationId="{910B30F3-FB02-5407-8C0C-FE7831146E59}"/>
          </ac:picMkLst>
        </pc:picChg>
        <pc:picChg chg="mod">
          <ac:chgData name="Sungjun Jung" userId="aacad43199554a35" providerId="LiveId" clId="{B5343BB1-2C4C-4C4E-AFB9-977356D6CFD7}" dt="2025-03-15T09:19:00.424" v="157" actId="1076"/>
          <ac:picMkLst>
            <pc:docMk/>
            <pc:sldMk cId="0" sldId="277"/>
            <ac:picMk id="9" creationId="{2D661FA6-1BCD-18CA-864C-58E72F96F514}"/>
          </ac:picMkLst>
        </pc:picChg>
        <pc:picChg chg="mod">
          <ac:chgData name="Sungjun Jung" userId="aacad43199554a35" providerId="LiveId" clId="{B5343BB1-2C4C-4C4E-AFB9-977356D6CFD7}" dt="2025-03-15T09:19:00.424" v="157" actId="1076"/>
          <ac:picMkLst>
            <pc:docMk/>
            <pc:sldMk cId="0" sldId="277"/>
            <ac:picMk id="13" creationId="{484A6ABE-0128-FB68-9659-C7A1035377FB}"/>
          </ac:picMkLst>
        </pc:picChg>
        <pc:picChg chg="mod">
          <ac:chgData name="Sungjun Jung" userId="aacad43199554a35" providerId="LiveId" clId="{B5343BB1-2C4C-4C4E-AFB9-977356D6CFD7}" dt="2025-03-15T09:19:00.424" v="157" actId="1076"/>
          <ac:picMkLst>
            <pc:docMk/>
            <pc:sldMk cId="0" sldId="277"/>
            <ac:picMk id="15" creationId="{29B4CD83-41E0-61F2-624B-5905D391BC40}"/>
          </ac:picMkLst>
        </pc:picChg>
      </pc:sldChg>
      <pc:sldMasterChg chg="addSp delSp modSp mod modSldLayout">
        <pc:chgData name="Sungjun Jung" userId="aacad43199554a35" providerId="LiveId" clId="{B5343BB1-2C4C-4C4E-AFB9-977356D6CFD7}" dt="2025-03-15T09:00:06.642" v="44"/>
        <pc:sldMasterMkLst>
          <pc:docMk/>
          <pc:sldMasterMk cId="0" sldId="2147483648"/>
        </pc:sldMasterMkLst>
        <pc:spChg chg="del">
          <ac:chgData name="Sungjun Jung" userId="aacad43199554a35" providerId="LiveId" clId="{B5343BB1-2C4C-4C4E-AFB9-977356D6CFD7}" dt="2025-03-15T08:54:26.644" v="17" actId="478"/>
          <ac:spMkLst>
            <pc:docMk/>
            <pc:sldMasterMk cId="0" sldId="2147483648"/>
            <ac:spMk id="8" creationId="{00000000-0000-0000-0000-000000000000}"/>
          </ac:spMkLst>
        </pc:spChg>
        <pc:spChg chg="del">
          <ac:chgData name="Sungjun Jung" userId="aacad43199554a35" providerId="LiveId" clId="{B5343BB1-2C4C-4C4E-AFB9-977356D6CFD7}" dt="2025-03-15T08:54:27.527" v="18" actId="478"/>
          <ac:spMkLst>
            <pc:docMk/>
            <pc:sldMasterMk cId="0" sldId="2147483648"/>
            <ac:spMk id="9" creationId="{00000000-0000-0000-0000-000000000000}"/>
          </ac:spMkLst>
        </pc:spChg>
        <pc:spChg chg="add mod">
          <ac:chgData name="Sungjun Jung" userId="aacad43199554a35" providerId="LiveId" clId="{B5343BB1-2C4C-4C4E-AFB9-977356D6CFD7}" dt="2025-03-15T08:54:28.253" v="19"/>
          <ac:spMkLst>
            <pc:docMk/>
            <pc:sldMasterMk cId="0" sldId="2147483648"/>
            <ac:spMk id="13" creationId="{9C7CE0B1-6129-C2A0-C1FF-16518F674F4E}"/>
          </ac:spMkLst>
        </pc:spChg>
        <pc:sldLayoutChg chg="addSp modSp">
          <pc:chgData name="Sungjun Jung" userId="aacad43199554a35" providerId="LiveId" clId="{B5343BB1-2C4C-4C4E-AFB9-977356D6CFD7}" dt="2025-03-15T08:54:24.491" v="16"/>
          <pc:sldLayoutMkLst>
            <pc:docMk/>
            <pc:sldMasterMk cId="0" sldId="2147483648"/>
            <pc:sldLayoutMk cId="0" sldId="2147483649"/>
          </pc:sldLayoutMkLst>
          <pc:spChg chg="add mod">
            <ac:chgData name="Sungjun Jung" userId="aacad43199554a35" providerId="LiveId" clId="{B5343BB1-2C4C-4C4E-AFB9-977356D6CFD7}" dt="2025-03-15T08:54:24.491" v="16"/>
            <ac:spMkLst>
              <pc:docMk/>
              <pc:sldMasterMk cId="0" sldId="2147483648"/>
              <pc:sldLayoutMk cId="0" sldId="2147483649"/>
              <ac:spMk id="2" creationId="{F2DF7364-F0FF-64DC-7692-7FB9DFEFC9D3}"/>
            </ac:spMkLst>
          </pc:spChg>
        </pc:sldLayoutChg>
        <pc:sldLayoutChg chg="addSp delSp modSp mod">
          <pc:chgData name="Sungjun Jung" userId="aacad43199554a35" providerId="LiveId" clId="{B5343BB1-2C4C-4C4E-AFB9-977356D6CFD7}" dt="2025-03-15T09:00:06.642" v="44"/>
          <pc:sldLayoutMkLst>
            <pc:docMk/>
            <pc:sldMasterMk cId="0" sldId="2147483648"/>
            <pc:sldLayoutMk cId="0" sldId="2147483650"/>
          </pc:sldLayoutMkLst>
          <pc:spChg chg="add mod">
            <ac:chgData name="Sungjun Jung" userId="aacad43199554a35" providerId="LiveId" clId="{B5343BB1-2C4C-4C4E-AFB9-977356D6CFD7}" dt="2025-03-15T08:54:23.169" v="15"/>
            <ac:spMkLst>
              <pc:docMk/>
              <pc:sldMasterMk cId="0" sldId="2147483648"/>
              <pc:sldLayoutMk cId="0" sldId="2147483650"/>
              <ac:spMk id="2" creationId="{C498FC0D-ABDF-5FB3-E69C-D5017F61C58B}"/>
            </ac:spMkLst>
          </pc:spChg>
          <pc:spChg chg="add del mod">
            <ac:chgData name="Sungjun Jung" userId="aacad43199554a35" providerId="LiveId" clId="{B5343BB1-2C4C-4C4E-AFB9-977356D6CFD7}" dt="2025-03-15T09:00:06.642" v="44"/>
            <ac:spMkLst>
              <pc:docMk/>
              <pc:sldMasterMk cId="0" sldId="2147483648"/>
              <pc:sldLayoutMk cId="0" sldId="2147483650"/>
              <ac:spMk id="3" creationId="{2CB758E4-5B15-7C0B-47A1-FAF51D272A95}"/>
            </ac:spMkLst>
          </pc:spChg>
          <pc:spChg chg="del">
            <ac:chgData name="Sungjun Jung" userId="aacad43199554a35" providerId="LiveId" clId="{B5343BB1-2C4C-4C4E-AFB9-977356D6CFD7}" dt="2025-03-15T08:54:21.170" v="13" actId="478"/>
            <ac:spMkLst>
              <pc:docMk/>
              <pc:sldMasterMk cId="0" sldId="2147483648"/>
              <pc:sldLayoutMk cId="0" sldId="2147483650"/>
              <ac:spMk id="10" creationId="{00000000-0000-0000-0000-000000000000}"/>
            </ac:spMkLst>
          </pc:spChg>
          <pc:spChg chg="del">
            <ac:chgData name="Sungjun Jung" userId="aacad43199554a35" providerId="LiveId" clId="{B5343BB1-2C4C-4C4E-AFB9-977356D6CFD7}" dt="2025-03-15T08:54:22.430" v="14" actId="478"/>
            <ac:spMkLst>
              <pc:docMk/>
              <pc:sldMasterMk cId="0" sldId="2147483648"/>
              <pc:sldLayoutMk cId="0" sldId="2147483650"/>
              <ac:spMk id="11" creationId="{00000000-0000-0000-0000-000000000000}"/>
            </ac:spMkLst>
          </pc:spChg>
        </pc:sldLayoutChg>
      </pc:sldMasterChg>
      <pc:sldMasterChg chg="addSp delSp modSp mod modSldLayout">
        <pc:chgData name="Sungjun Jung" userId="aacad43199554a35" providerId="LiveId" clId="{B5343BB1-2C4C-4C4E-AFB9-977356D6CFD7}" dt="2025-03-15T08:54:14.389" v="12"/>
        <pc:sldMasterMkLst>
          <pc:docMk/>
          <pc:sldMasterMk cId="0" sldId="2147483651"/>
        </pc:sldMasterMkLst>
        <pc:spChg chg="add mod">
          <ac:chgData name="Sungjun Jung" userId="aacad43199554a35" providerId="LiveId" clId="{B5343BB1-2C4C-4C4E-AFB9-977356D6CFD7}" dt="2025-03-15T08:54:14.389" v="12"/>
          <ac:spMkLst>
            <pc:docMk/>
            <pc:sldMasterMk cId="0" sldId="2147483651"/>
            <ac:spMk id="3" creationId="{4076F612-3E72-6094-37A9-738B9A6FDEEF}"/>
          </ac:spMkLst>
        </pc:spChg>
        <pc:spChg chg="del">
          <ac:chgData name="Sungjun Jung" userId="aacad43199554a35" providerId="LiveId" clId="{B5343BB1-2C4C-4C4E-AFB9-977356D6CFD7}" dt="2025-03-15T08:54:12.644" v="10" actId="478"/>
          <ac:spMkLst>
            <pc:docMk/>
            <pc:sldMasterMk cId="0" sldId="2147483651"/>
            <ac:spMk id="22" creationId="{00000000-0000-0000-0000-000000000000}"/>
          </ac:spMkLst>
        </pc:spChg>
        <pc:spChg chg="del">
          <ac:chgData name="Sungjun Jung" userId="aacad43199554a35" providerId="LiveId" clId="{B5343BB1-2C4C-4C4E-AFB9-977356D6CFD7}" dt="2025-03-15T08:54:13.547" v="11" actId="478"/>
          <ac:spMkLst>
            <pc:docMk/>
            <pc:sldMasterMk cId="0" sldId="2147483651"/>
            <ac:spMk id="23" creationId="{00000000-0000-0000-0000-000000000000}"/>
          </ac:spMkLst>
        </pc:spChg>
        <pc:sldLayoutChg chg="addSp modSp">
          <pc:chgData name="Sungjun Jung" userId="aacad43199554a35" providerId="LiveId" clId="{B5343BB1-2C4C-4C4E-AFB9-977356D6CFD7}" dt="2025-03-15T08:53:46.163" v="9"/>
          <pc:sldLayoutMkLst>
            <pc:docMk/>
            <pc:sldMasterMk cId="0" sldId="2147483651"/>
            <pc:sldLayoutMk cId="0" sldId="2147483652"/>
          </pc:sldLayoutMkLst>
          <pc:spChg chg="add mod">
            <ac:chgData name="Sungjun Jung" userId="aacad43199554a35" providerId="LiveId" clId="{B5343BB1-2C4C-4C4E-AFB9-977356D6CFD7}" dt="2025-03-15T08:53:46.163" v="9"/>
            <ac:spMkLst>
              <pc:docMk/>
              <pc:sldMasterMk cId="0" sldId="2147483651"/>
              <pc:sldLayoutMk cId="0" sldId="2147483652"/>
              <ac:spMk id="2" creationId="{D3B79CC1-FFE0-B82E-922D-25A8ADB840E3}"/>
            </ac:spMkLst>
          </pc:spChg>
        </pc:sldLayoutChg>
      </pc:sldMasterChg>
      <pc:sldMasterChg chg="modSldLayout sldLayoutOrd">
        <pc:chgData name="Sungjun Jung" userId="aacad43199554a35" providerId="LiveId" clId="{B5343BB1-2C4C-4C4E-AFB9-977356D6CFD7}" dt="2025-03-15T08:52:41.506" v="8" actId="20578"/>
        <pc:sldMasterMkLst>
          <pc:docMk/>
          <pc:sldMasterMk cId="3681744117" sldId="2147483654"/>
        </pc:sldMasterMkLst>
        <pc:sldLayoutChg chg="ord">
          <pc:chgData name="Sungjun Jung" userId="aacad43199554a35" providerId="LiveId" clId="{B5343BB1-2C4C-4C4E-AFB9-977356D6CFD7}" dt="2025-03-15T08:52:41.506" v="8" actId="20578"/>
          <pc:sldLayoutMkLst>
            <pc:docMk/>
            <pc:sldMasterMk cId="3681744117" sldId="2147483654"/>
            <pc:sldLayoutMk cId="3943792460" sldId="214748365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B9327-A4C7-48A8-AF0A-6428D005AAB4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3E459-F63B-419F-B2E9-B143E0BC3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63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F2DF7364-F0FF-64DC-7692-7FB9DFEFC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879" y="192775"/>
            <a:ext cx="510396" cy="384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C498FC0D-ABDF-5FB3-E69C-D5017F61C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879" y="192775"/>
            <a:ext cx="510396" cy="384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226440" y="191160"/>
            <a:ext cx="732960" cy="732960"/>
            <a:chOff x="226440" y="191160"/>
            <a:chExt cx="732960" cy="732960"/>
          </a:xfrm>
        </p:grpSpPr>
        <p:sp>
          <p:nvSpPr>
            <p:cNvPr id="11" name="직선 연결선 10"/>
            <p:cNvSpPr/>
            <p:nvPr/>
          </p:nvSpPr>
          <p:spPr>
            <a:xfrm flipV="1">
              <a:off x="353520" y="191160"/>
              <a:ext cx="0" cy="73296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51120" rIns="96120" bIns="5112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" name="직선 연결선 1"/>
            <p:cNvSpPr/>
            <p:nvPr/>
          </p:nvSpPr>
          <p:spPr>
            <a:xfrm flipH="1">
              <a:off x="226440" y="313920"/>
              <a:ext cx="73296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-51120" rIns="96120" bIns="-5112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1233800" y="5988240"/>
            <a:ext cx="732960" cy="732960"/>
            <a:chOff x="11233800" y="5988240"/>
            <a:chExt cx="732960" cy="732960"/>
          </a:xfrm>
        </p:grpSpPr>
        <p:sp>
          <p:nvSpPr>
            <p:cNvPr id="4" name="직선 연결선 3"/>
            <p:cNvSpPr/>
            <p:nvPr/>
          </p:nvSpPr>
          <p:spPr>
            <a:xfrm>
              <a:off x="11839680" y="5988240"/>
              <a:ext cx="0" cy="73296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51120" rIns="96120" bIns="5112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직선 연결선 4"/>
            <p:cNvSpPr/>
            <p:nvPr/>
          </p:nvSpPr>
          <p:spPr>
            <a:xfrm>
              <a:off x="11233800" y="6598800"/>
              <a:ext cx="73296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-51120" rIns="96120" bIns="-5112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" name="직선 연결선 5"/>
          <p:cNvSpPr/>
          <p:nvPr/>
        </p:nvSpPr>
        <p:spPr>
          <a:xfrm>
            <a:off x="3094560" y="6547320"/>
            <a:ext cx="2415240" cy="0"/>
          </a:xfrm>
          <a:prstGeom prst="line">
            <a:avLst/>
          </a:prstGeom>
          <a:ln w="12600">
            <a:solidFill>
              <a:srgbClr val="25252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-51120" rIns="96120" bIns="-5112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직선 연결선 6"/>
          <p:cNvSpPr/>
          <p:nvPr/>
        </p:nvSpPr>
        <p:spPr>
          <a:xfrm flipH="1">
            <a:off x="6673320" y="6547320"/>
            <a:ext cx="2415240" cy="0"/>
          </a:xfrm>
          <a:prstGeom prst="line">
            <a:avLst/>
          </a:prstGeom>
          <a:ln w="12600">
            <a:solidFill>
              <a:srgbClr val="25252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-51120" rIns="96120" bIns="-5112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D98CF4-2FD0-405B-C26A-92D079C828F4}"/>
              </a:ext>
            </a:extLst>
          </p:cNvPr>
          <p:cNvSpPr txBox="1"/>
          <p:nvPr userDrawn="1"/>
        </p:nvSpPr>
        <p:spPr>
          <a:xfrm>
            <a:off x="5077388" y="6414210"/>
            <a:ext cx="2028345" cy="26621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2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2026 ALOHA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9C7CE0B1-6129-C2A0-C1FF-16518F674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879" y="192775"/>
            <a:ext cx="510396" cy="384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6.png"/><Relationship Id="rId5" Type="http://schemas.openxmlformats.org/officeDocument/2006/relationships/image" Target="../media/image6.png"/><Relationship Id="rId10" Type="http://schemas.openxmlformats.org/officeDocument/2006/relationships/image" Target="../media/image15.svg"/><Relationship Id="rId4" Type="http://schemas.openxmlformats.org/officeDocument/2006/relationships/image" Target="../media/image10.sv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자유형: 도형 24"/>
          <p:cNvSpPr/>
          <p:nvPr/>
        </p:nvSpPr>
        <p:spPr>
          <a:xfrm>
            <a:off x="833400" y="4235040"/>
            <a:ext cx="6420960" cy="267840"/>
          </a:xfrm>
          <a:custGeom>
            <a:avLst/>
            <a:gdLst/>
            <a:ahLst/>
            <a:cxnLst/>
            <a:rect l="0" t="0" r="r" b="b"/>
            <a:pathLst>
              <a:path w="17836" h="744">
                <a:moveTo>
                  <a:pt x="0" y="0"/>
                </a:moveTo>
                <a:lnTo>
                  <a:pt x="17836" y="0"/>
                </a:lnTo>
                <a:lnTo>
                  <a:pt x="17836" y="744"/>
                </a:lnTo>
                <a:lnTo>
                  <a:pt x="0" y="744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DFF0F0"/>
              </a:gs>
              <a:gs pos="100000">
                <a:srgbClr val="F1D9F7"/>
              </a:gs>
            </a:gsLst>
            <a:lin ang="2706000"/>
          </a:gra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722880" y="577440"/>
            <a:ext cx="2756920" cy="961200"/>
            <a:chOff x="722880" y="577440"/>
            <a:chExt cx="1881720" cy="961200"/>
          </a:xfrm>
        </p:grpSpPr>
        <p:sp>
          <p:nvSpPr>
            <p:cNvPr id="27" name="자유형: 도형 26"/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79120" y="711000"/>
              <a:ext cx="1725480" cy="8276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 dirty="0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 dirty="0">
                  <a:solidFill>
                    <a:srgbClr val="000000"/>
                  </a:solidFill>
                  <a:latin typeface="MaruBuriot-Regular"/>
                  <a:ea typeface="MaruBuriot-Regular"/>
                </a:rPr>
                <a:t>중급반 </a:t>
              </a:r>
              <a:r>
                <a:rPr lang="en-US" sz="2000" b="0" strike="noStrike" spc="-1" dirty="0">
                  <a:solidFill>
                    <a:srgbClr val="000000"/>
                  </a:solidFill>
                  <a:latin typeface="MaruBuriot-Regular"/>
                  <a:ea typeface="MaruBuriot-Regular"/>
                </a:rPr>
                <a:t>2</a:t>
              </a:r>
              <a:r>
                <a:rPr lang="zh-CN" sz="2000" b="0" strike="noStrike" spc="-1" dirty="0">
                  <a:solidFill>
                    <a:srgbClr val="000000"/>
                  </a:solidFill>
                  <a:latin typeface="MaruBuriot-Regular"/>
                  <a:ea typeface="MaruBuriot-Regular"/>
                </a:rPr>
                <a:t>주차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879119" y="2967480"/>
            <a:ext cx="5394677" cy="2077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zh-CN" sz="5400" b="1" strike="noStrike" spc="-1" dirty="0">
                <a:solidFill>
                  <a:srgbClr val="000000"/>
                </a:solidFill>
                <a:latin typeface="MaruBuriot-Bold"/>
                <a:ea typeface="MaruBuriot-Bold"/>
              </a:rPr>
              <a:t>그리디 알고리즘</a:t>
            </a:r>
            <a:endParaRPr lang="en-US" sz="5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79120" y="3888360"/>
            <a:ext cx="4376520" cy="1038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32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&lt;Greedy Algorithm&gt;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69919" y="2905200"/>
            <a:ext cx="2571227" cy="75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000" b="0" strike="noStrike" spc="-1" dirty="0">
                <a:solidFill>
                  <a:srgbClr val="000000"/>
                </a:solidFill>
                <a:latin typeface="MaruBuriot-Light"/>
                <a:ea typeface="MaruBuriot-Light"/>
              </a:rPr>
              <a:t>/&lt;</a:t>
            </a:r>
            <a:r>
              <a:rPr lang="zh-CN" sz="2000" b="0" strike="noStrike" spc="-1" dirty="0">
                <a:solidFill>
                  <a:srgbClr val="000000"/>
                </a:solidFill>
                <a:latin typeface="MaruBuriot-Light"/>
                <a:ea typeface="MaruBuriot-Light"/>
              </a:rPr>
              <a:t>구현 방법</a:t>
            </a:r>
            <a:r>
              <a:rPr lang="en-US" sz="2000" b="0" strike="noStrike" spc="-1" dirty="0">
                <a:solidFill>
                  <a:srgbClr val="000000"/>
                </a:solidFill>
                <a:latin typeface="MaruBuriot-Light"/>
                <a:ea typeface="MaruBuriot-Light"/>
              </a:rPr>
              <a:t>&gt;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69920" y="3583080"/>
            <a:ext cx="2672830" cy="75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000" b="0" strike="noStrike" spc="-1" dirty="0">
                <a:solidFill>
                  <a:srgbClr val="000000"/>
                </a:solidFill>
                <a:latin typeface="MaruBuriot-Light"/>
                <a:ea typeface="MaruBuriot-Light"/>
              </a:rPr>
              <a:t>/&lt;</a:t>
            </a:r>
            <a:r>
              <a:rPr lang="zh-CN" sz="2000" b="0" strike="noStrike" spc="-1" dirty="0">
                <a:solidFill>
                  <a:srgbClr val="000000"/>
                </a:solidFill>
                <a:latin typeface="MaruBuriot-Light"/>
                <a:ea typeface="MaruBuriot-Light"/>
              </a:rPr>
              <a:t>동작 원리</a:t>
            </a:r>
            <a:r>
              <a:rPr lang="en-US" sz="2000" b="0" strike="noStrike" spc="-1" dirty="0">
                <a:solidFill>
                  <a:srgbClr val="000000"/>
                </a:solidFill>
                <a:latin typeface="MaruBuriot-Light"/>
                <a:ea typeface="MaruBuriot-Light"/>
              </a:rPr>
              <a:t>&gt;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69920" y="4261320"/>
            <a:ext cx="2495030" cy="75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000" b="0" strike="noStrike" spc="-1" dirty="0">
                <a:solidFill>
                  <a:srgbClr val="000000"/>
                </a:solidFill>
                <a:latin typeface="MaruBuriot-Light"/>
                <a:ea typeface="MaruBuriot-Light"/>
              </a:rPr>
              <a:t>/&lt;</a:t>
            </a:r>
            <a:r>
              <a:rPr lang="zh-CN" sz="2000" b="0" strike="noStrike" spc="-1" dirty="0">
                <a:solidFill>
                  <a:srgbClr val="000000"/>
                </a:solidFill>
                <a:latin typeface="MaruBuriot-Light"/>
                <a:ea typeface="MaruBuriot-Light"/>
              </a:rPr>
              <a:t>연습 문제</a:t>
            </a:r>
            <a:r>
              <a:rPr lang="en-US" sz="2000" b="0" strike="noStrike" spc="-1" dirty="0">
                <a:solidFill>
                  <a:srgbClr val="000000"/>
                </a:solidFill>
                <a:latin typeface="MaruBuriot-Light"/>
                <a:ea typeface="MaruBuriot-Light"/>
              </a:rPr>
              <a:t>&gt;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8451720" y="2457720"/>
            <a:ext cx="252360" cy="2044440"/>
            <a:chOff x="8451720" y="2457720"/>
            <a:chExt cx="252360" cy="2044440"/>
          </a:xfrm>
        </p:grpSpPr>
        <p:sp>
          <p:nvSpPr>
            <p:cNvPr id="35" name="직선 연결선 34"/>
            <p:cNvSpPr/>
            <p:nvPr/>
          </p:nvSpPr>
          <p:spPr>
            <a:xfrm>
              <a:off x="8578080" y="2457720"/>
              <a:ext cx="0" cy="2044440"/>
            </a:xfrm>
            <a:prstGeom prst="line">
              <a:avLst/>
            </a:prstGeom>
            <a:ln w="12600">
              <a:solidFill>
                <a:srgbClr val="252525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51120" rIns="96120" bIns="5112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" name="직선 연결선 35"/>
            <p:cNvSpPr/>
            <p:nvPr/>
          </p:nvSpPr>
          <p:spPr>
            <a:xfrm flipH="1">
              <a:off x="8451720" y="4368600"/>
              <a:ext cx="252360" cy="0"/>
            </a:xfrm>
            <a:prstGeom prst="line">
              <a:avLst/>
            </a:prstGeom>
            <a:ln w="12600">
              <a:solidFill>
                <a:srgbClr val="252525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-51120" rIns="96120" bIns="-5112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직선 연결선 36"/>
            <p:cNvSpPr/>
            <p:nvPr/>
          </p:nvSpPr>
          <p:spPr>
            <a:xfrm flipH="1">
              <a:off x="8451720" y="2592000"/>
              <a:ext cx="252360" cy="0"/>
            </a:xfrm>
            <a:prstGeom prst="line">
              <a:avLst/>
            </a:prstGeom>
            <a:ln w="12600">
              <a:solidFill>
                <a:srgbClr val="252525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-51120" rIns="96120" bIns="-5112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9230399" y="2226960"/>
            <a:ext cx="2571230" cy="82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000" b="0" strike="noStrike" spc="-1" dirty="0">
                <a:solidFill>
                  <a:srgbClr val="000000"/>
                </a:solidFill>
                <a:latin typeface="MaruBuriot-Light"/>
                <a:ea typeface="MaruBuriot-Light"/>
              </a:rPr>
              <a:t>/&lt;</a:t>
            </a:r>
            <a:r>
              <a:rPr lang="zh-CN" sz="2000" b="0" strike="noStrike" spc="-1" dirty="0">
                <a:solidFill>
                  <a:srgbClr val="000000"/>
                </a:solidFill>
                <a:latin typeface="MaruBuriot-Light"/>
                <a:ea typeface="MaruBuriot-Light"/>
              </a:rPr>
              <a:t>그리디 알고리즘</a:t>
            </a:r>
            <a:r>
              <a:rPr lang="en-US" sz="2000" b="0" strike="noStrike" spc="-1" dirty="0">
                <a:solidFill>
                  <a:srgbClr val="000000"/>
                </a:solidFill>
                <a:latin typeface="MaruBuriot-Light"/>
                <a:ea typeface="MaruBuriot-Light"/>
              </a:rPr>
              <a:t>&gt;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66879" y="2205000"/>
            <a:ext cx="406080" cy="41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MaruBuriot-ExtraLight"/>
                <a:ea typeface="MaruBuriot-ExtraLight"/>
              </a:rPr>
              <a:t>2p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967599" y="2855160"/>
            <a:ext cx="406079" cy="41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00" b="0" strike="noStrike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4p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67600" y="3538080"/>
            <a:ext cx="455800" cy="41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00" b="0" strike="noStrike" spc="-1">
                <a:solidFill>
                  <a:srgbClr val="000000"/>
                </a:solidFill>
                <a:latin typeface="MaruBuriot-ExtraLight"/>
                <a:ea typeface="MaruBuriot-ExtraLight"/>
              </a:rPr>
              <a:t>8p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67600" y="4182840"/>
            <a:ext cx="722500" cy="57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00" b="0" strike="noStrike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21p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312480" y="385200"/>
            <a:ext cx="2097720" cy="53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2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2026 ALOHA 1</a:t>
            </a:r>
            <a:r>
              <a:rPr lang="zh-CN" sz="12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학기 멘토링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B5488D-4AAA-73B7-C1CE-97CB84525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/>
          <p:cNvGrpSpPr/>
          <p:nvPr/>
        </p:nvGrpSpPr>
        <p:grpSpPr>
          <a:xfrm>
            <a:off x="722880" y="577440"/>
            <a:ext cx="2735640" cy="920520"/>
            <a:chOff x="722880" y="577440"/>
            <a:chExt cx="2735640" cy="920520"/>
          </a:xfrm>
        </p:grpSpPr>
        <p:sp>
          <p:nvSpPr>
            <p:cNvPr id="52" name="자유형: 도형 51"/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79120" y="1050480"/>
              <a:ext cx="1659240" cy="4474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879120" y="2286359"/>
            <a:ext cx="10173460" cy="208135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미래를 고려하지 않고</a:t>
            </a:r>
            <a:r>
              <a:rPr lang="en-US" altLang="ko-KR" sz="22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, </a:t>
            </a:r>
            <a:r>
              <a:rPr lang="zh-CN" sz="22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매 순간 최선의 선택</a:t>
            </a:r>
            <a:r>
              <a:rPr lang="zh-CN" sz="22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을 쌓아가며 </a:t>
            </a:r>
            <a:br>
              <a:rPr lang="en-US" altLang="zh-CN" sz="22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</a:br>
            <a:r>
              <a:rPr lang="zh-CN" sz="22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결과적으로 </a:t>
            </a:r>
            <a:r>
              <a:rPr lang="zh-CN" sz="22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최적의 답</a:t>
            </a:r>
            <a:r>
              <a:rPr lang="zh-CN" sz="22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을 구해내는 알고리즘</a:t>
            </a:r>
            <a:br>
              <a:rPr lang="en-US" altLang="zh-CN" sz="22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</a:br>
            <a:br>
              <a:rPr lang="en-US" altLang="zh-CN" sz="22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</a:br>
            <a:r>
              <a:rPr lang="ko-KR" altLang="en-US" sz="16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단</a:t>
            </a:r>
            <a:r>
              <a:rPr lang="en-US" altLang="zh-CN" sz="16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, </a:t>
            </a:r>
            <a:r>
              <a:rPr lang="ko-KR" altLang="en-US" sz="16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현재의 선택이 미래의 최적해 가능성을 배제하는 경우</a:t>
            </a:r>
            <a:r>
              <a:rPr lang="zh-CN" altLang="ko-KR" sz="1600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 </a:t>
            </a:r>
            <a:r>
              <a:rPr lang="zh-CN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사용할 수 없</a:t>
            </a:r>
            <a:r>
              <a:rPr lang="ko-KR" altLang="en-US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어요</a:t>
            </a:r>
            <a:endParaRPr lang="en-US" altLang="ko-KR" sz="1600" spc="-1" dirty="0">
              <a:solidFill>
                <a:srgbClr val="00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08E958-0BB1-4CE2-FD44-9341F13D3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D396-CA8F-220C-2A03-53849BBD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그룹 77">
            <a:extLst>
              <a:ext uri="{FF2B5EF4-FFF2-40B4-BE49-F238E27FC236}">
                <a16:creationId xmlns:a16="http://schemas.microsoft.com/office/drawing/2014/main" id="{BCC182BE-6CE0-7DA1-A679-56B2405919F7}"/>
              </a:ext>
            </a:extLst>
          </p:cNvPr>
          <p:cNvGrpSpPr/>
          <p:nvPr/>
        </p:nvGrpSpPr>
        <p:grpSpPr>
          <a:xfrm>
            <a:off x="722880" y="577440"/>
            <a:ext cx="2735640" cy="1005480"/>
            <a:chOff x="722880" y="577440"/>
            <a:chExt cx="2735640" cy="1005480"/>
          </a:xfrm>
        </p:grpSpPr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240C588A-0714-69A7-EC50-EFEF59359A32}"/>
                </a:ext>
              </a:extLst>
            </p:cNvPr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D8A1675-54AE-2DD2-1C1D-7091F28641D8}"/>
                </a:ext>
              </a:extLst>
            </p:cNvPr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7810AC8-B275-7DB7-D0A3-5C96C4FEEEAC}"/>
                </a:ext>
              </a:extLst>
            </p:cNvPr>
            <p:cNvSpPr txBox="1"/>
            <p:nvPr/>
          </p:nvSpPr>
          <p:spPr>
            <a:xfrm>
              <a:off x="879120" y="1050480"/>
              <a:ext cx="2449800" cy="53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 - </a:t>
              </a:r>
              <a:r>
                <a:rPr lang="zh-CN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구현 방법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30260600-C508-9F81-0B95-361C8ADB803F}"/>
              </a:ext>
            </a:extLst>
          </p:cNvPr>
          <p:cNvSpPr txBox="1"/>
          <p:nvPr/>
        </p:nvSpPr>
        <p:spPr>
          <a:xfrm>
            <a:off x="879120" y="2126160"/>
            <a:ext cx="9928310" cy="1749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57200" indent="-457200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zh-CN" altLang="ko-KR" sz="20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그리디하게 풀 수 있는 </a:t>
            </a:r>
            <a:r>
              <a:rPr lang="zh-CN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문제인지 확인한다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.</a:t>
            </a:r>
            <a:endParaRPr lang="en-US" altLang="ko-KR" sz="2000" spc="-1" dirty="0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zh-CN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이 문제의 매 단계마다 할 수 있는 </a:t>
            </a:r>
            <a:r>
              <a:rPr lang="zh-CN" altLang="ko-KR" sz="20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최선의 선택</a:t>
            </a:r>
            <a:r>
              <a:rPr lang="zh-CN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을 찾고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, </a:t>
            </a:r>
            <a:r>
              <a:rPr lang="zh-CN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예외 케이스가 있는지 살핀다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.</a:t>
            </a:r>
          </a:p>
          <a:p>
            <a:pPr marL="457200" indent="-457200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ko-KR" altLang="en-US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정답에 도달할 때까지 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2</a:t>
            </a:r>
            <a:r>
              <a:rPr lang="ko-KR" altLang="en-US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번을 반복한다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.</a:t>
            </a:r>
            <a:endParaRPr lang="en-US" altLang="ko-K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B649543-0939-E142-AFA0-CE33D814E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438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DCB97-2B1B-B856-2A06-3E04D5D2E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그룹 77">
            <a:extLst>
              <a:ext uri="{FF2B5EF4-FFF2-40B4-BE49-F238E27FC236}">
                <a16:creationId xmlns:a16="http://schemas.microsoft.com/office/drawing/2014/main" id="{DA08D3D8-FBDF-EC2D-9598-06B0CD74D29D}"/>
              </a:ext>
            </a:extLst>
          </p:cNvPr>
          <p:cNvGrpSpPr/>
          <p:nvPr/>
        </p:nvGrpSpPr>
        <p:grpSpPr>
          <a:xfrm>
            <a:off x="722880" y="577440"/>
            <a:ext cx="2735640" cy="1005480"/>
            <a:chOff x="722880" y="577440"/>
            <a:chExt cx="2735640" cy="1005480"/>
          </a:xfrm>
        </p:grpSpPr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71735D0-FE20-9628-C73D-AD37D4302491}"/>
                </a:ext>
              </a:extLst>
            </p:cNvPr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FA33C18-1DD0-1B3E-CDCB-02E8DDB2F509}"/>
                </a:ext>
              </a:extLst>
            </p:cNvPr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8A63DA7-DA31-388C-3A61-FB64D012F4A1}"/>
                </a:ext>
              </a:extLst>
            </p:cNvPr>
            <p:cNvSpPr txBox="1"/>
            <p:nvPr/>
          </p:nvSpPr>
          <p:spPr>
            <a:xfrm>
              <a:off x="879120" y="1050480"/>
              <a:ext cx="2449800" cy="53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 - </a:t>
              </a:r>
              <a:r>
                <a:rPr lang="zh-CN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구현 방법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A1FE7AAB-6988-E323-653E-1B908716B6B4}"/>
              </a:ext>
            </a:extLst>
          </p:cNvPr>
          <p:cNvSpPr txBox="1"/>
          <p:nvPr/>
        </p:nvSpPr>
        <p:spPr>
          <a:xfrm>
            <a:off x="879120" y="2126159"/>
            <a:ext cx="10045042" cy="415440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57200" indent="-457200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zh-CN" altLang="ko-KR" sz="20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그리디하게 </a:t>
            </a:r>
            <a:r>
              <a:rPr lang="ko-KR" altLang="en-US" sz="20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접근할</a:t>
            </a:r>
            <a:r>
              <a:rPr lang="zh-CN" altLang="ko-KR" sz="20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 수 있는 </a:t>
            </a:r>
            <a:r>
              <a:rPr lang="zh-CN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문제인지 확인한다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.</a:t>
            </a:r>
          </a:p>
          <a:p>
            <a:pPr lvl="1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zh-CN" altLang="ko-KR" sz="1600" spc="-1" dirty="0">
                <a:solidFill>
                  <a:srgbClr val="000000"/>
                </a:solidFill>
                <a:latin typeface="마루 부리OTF 가는" panose="020B0600000101010101" pitchFamily="34" charset="-127"/>
                <a:ea typeface="MaruBuriot-ExtraLight"/>
              </a:rPr>
              <a:t>그리디로 모든 문제를 풀 수 있는 건 아니에요</a:t>
            </a:r>
            <a:r>
              <a:rPr lang="en-US" altLang="ko-KR" sz="1600" spc="-1" dirty="0">
                <a:solidFill>
                  <a:srgbClr val="000000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  <a:br>
              <a:rPr lang="en-US" altLang="ko-KR" sz="1600" spc="-1" dirty="0">
                <a:solidFill>
                  <a:srgbClr val="000000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zh-CN" altLang="ko-KR" sz="1600" spc="-1" dirty="0">
                <a:solidFill>
                  <a:srgbClr val="5E2BC6"/>
                </a:solidFill>
                <a:latin typeface="마루 부리OTF 가는" panose="020B0600000101010101" pitchFamily="34" charset="-127"/>
                <a:ea typeface="MaruBuriot-ExtraLight"/>
              </a:rPr>
              <a:t>문제를 부분 문제들로 나누어 풀어갈 수 있는 경우</a:t>
            </a:r>
            <a:r>
              <a:rPr lang="en-US" altLang="zh-CN" sz="1600" spc="-1" dirty="0">
                <a:solidFill>
                  <a:srgbClr val="000000"/>
                </a:solidFill>
                <a:latin typeface="마루 부리OTF 가는" panose="020B0600000101010101" pitchFamily="34" charset="-127"/>
                <a:ea typeface="MaruBuriot-ExtraLight"/>
              </a:rPr>
              <a:t>, </a:t>
            </a:r>
            <a:br>
              <a:rPr lang="en-US" altLang="zh-CN" sz="1600" spc="-1" dirty="0">
                <a:solidFill>
                  <a:srgbClr val="000000"/>
                </a:solidFill>
                <a:latin typeface="마루 부리OTF 가는" panose="020B0600000101010101" pitchFamily="34" charset="-127"/>
                <a:ea typeface="MaruBuriot-ExtraLight"/>
              </a:rPr>
            </a:br>
            <a:r>
              <a:rPr lang="ko-KR" altLang="en-US" sz="1600" spc="-1" dirty="0">
                <a:solidFill>
                  <a:srgbClr val="000000"/>
                </a:solidFill>
                <a:latin typeface="마루 부리OTF 가는" panose="020B0600000101010101" pitchFamily="34" charset="-127"/>
                <a:ea typeface="MaruBuriot-ExtraLight"/>
              </a:rPr>
              <a:t>그리고 </a:t>
            </a:r>
            <a:r>
              <a:rPr lang="ko-KR" altLang="en-US" sz="1600" spc="-1" dirty="0">
                <a:solidFill>
                  <a:srgbClr val="5E2BC6"/>
                </a:solidFill>
                <a:latin typeface="마루 부리OTF 가는" panose="020B0600000101010101" pitchFamily="34" charset="-127"/>
                <a:ea typeface="MaruBuriot-ExtraLight"/>
              </a:rPr>
              <a:t>현재 단계에서의 최선의 선택이 전체의 최선의 선택</a:t>
            </a:r>
            <a:r>
              <a:rPr lang="ko-KR" altLang="en-US" sz="1600" spc="-1" dirty="0">
                <a:solidFill>
                  <a:srgbClr val="000000"/>
                </a:solidFill>
                <a:latin typeface="마루 부리OTF 가는" panose="020B0600000101010101" pitchFamily="34" charset="-127"/>
                <a:ea typeface="MaruBuriot-ExtraLight"/>
              </a:rPr>
              <a:t>으로 이어지는 경우에만 사용 가능해요</a:t>
            </a:r>
            <a:r>
              <a:rPr lang="en-US" altLang="ko-KR" sz="1600" spc="-1" dirty="0">
                <a:solidFill>
                  <a:srgbClr val="000000"/>
                </a:solidFill>
                <a:latin typeface="마루 부리OTF 가는" panose="020B0600000101010101" pitchFamily="34" charset="-127"/>
                <a:ea typeface="MaruBuriot-ExtraLight"/>
              </a:rPr>
              <a:t>.</a:t>
            </a:r>
            <a:endParaRPr lang="en-US" altLang="ko-KR" sz="2000" spc="-1" dirty="0">
              <a:solidFill>
                <a:srgbClr val="000000"/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457200" indent="-457200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zh-CN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이 문제의 매 단계마다 할 수 있는 </a:t>
            </a:r>
            <a:r>
              <a:rPr lang="zh-CN" altLang="ko-KR" sz="20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최선의 선택</a:t>
            </a:r>
            <a:r>
              <a:rPr lang="zh-CN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을 찾고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, </a:t>
            </a:r>
            <a:r>
              <a:rPr lang="zh-CN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예외 케이스가 있는지 살핀다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.</a:t>
            </a:r>
          </a:p>
          <a:p>
            <a:pPr lvl="1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zh-CN" altLang="ko-KR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현재의 선택이 다음 선택에 영향을 준다면 어떤 선택이 최선인지 알기 힘들어요</a:t>
            </a:r>
            <a:r>
              <a:rPr lang="en-US" altLang="ko-KR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. </a:t>
            </a:r>
            <a:br>
              <a:rPr lang="en-US" altLang="ko-KR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</a:br>
            <a:r>
              <a:rPr lang="zh-CN" altLang="ko-KR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당시에</a:t>
            </a:r>
            <a:r>
              <a:rPr lang="en-US" altLang="zh-CN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 </a:t>
            </a:r>
            <a:r>
              <a:rPr lang="zh-CN" altLang="ko-KR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최선</a:t>
            </a:r>
            <a:r>
              <a:rPr lang="ko-KR" altLang="en-US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으로 보이던</a:t>
            </a:r>
            <a:r>
              <a:rPr lang="zh-CN" altLang="ko-KR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 선택</a:t>
            </a:r>
            <a:r>
              <a:rPr lang="ko-KR" altLang="en-US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을</a:t>
            </a:r>
            <a:r>
              <a:rPr lang="zh-CN" altLang="ko-KR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 </a:t>
            </a:r>
            <a:r>
              <a:rPr lang="zh-CN" altLang="ko-KR" sz="1600" spc="-1" dirty="0">
                <a:solidFill>
                  <a:srgbClr val="5E2BC6"/>
                </a:solidFill>
                <a:latin typeface="MaruBuriot-ExtraLight"/>
                <a:ea typeface="MaruBuriot-ExtraLight"/>
              </a:rPr>
              <a:t>나중에</a:t>
            </a:r>
            <a:r>
              <a:rPr lang="en-US" altLang="zh-CN" sz="1600" spc="-1" dirty="0">
                <a:solidFill>
                  <a:srgbClr val="5E2BC6"/>
                </a:solidFill>
                <a:latin typeface="MaruBuriot-ExtraLight"/>
                <a:ea typeface="MaruBuriot-ExtraLight"/>
              </a:rPr>
              <a:t> </a:t>
            </a:r>
            <a:r>
              <a:rPr lang="ko-KR" altLang="en-US" sz="1600" spc="-1" dirty="0">
                <a:solidFill>
                  <a:srgbClr val="5E2BC6"/>
                </a:solidFill>
                <a:latin typeface="MaruBuriot-ExtraLight"/>
                <a:ea typeface="MaruBuriot-ExtraLight"/>
              </a:rPr>
              <a:t>다시</a:t>
            </a:r>
            <a:r>
              <a:rPr lang="zh-CN" altLang="ko-KR" sz="1600" spc="-1" dirty="0">
                <a:solidFill>
                  <a:srgbClr val="5E2BC6"/>
                </a:solidFill>
                <a:latin typeface="MaruBuriot-ExtraLight"/>
                <a:ea typeface="MaruBuriot-ExtraLight"/>
              </a:rPr>
              <a:t> 바꾸어야 할 경우</a:t>
            </a:r>
            <a:r>
              <a:rPr lang="zh-CN" altLang="ko-KR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에는</a:t>
            </a:r>
            <a:r>
              <a:rPr lang="en-US" altLang="zh-CN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, </a:t>
            </a:r>
            <a:r>
              <a:rPr lang="ko-KR" altLang="en-US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최선의 </a:t>
            </a:r>
            <a:r>
              <a:rPr lang="zh-CN" altLang="ko-KR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그리디</a:t>
            </a:r>
            <a:r>
              <a:rPr lang="ko-KR" altLang="en-US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한 전략이 </a:t>
            </a:r>
            <a:r>
              <a:rPr lang="ko-KR" altLang="en-US" sz="1600" spc="-1" dirty="0" err="1">
                <a:solidFill>
                  <a:srgbClr val="000000"/>
                </a:solidFill>
                <a:latin typeface="MaruBuriot-ExtraLight"/>
                <a:ea typeface="MaruBuriot-ExtraLight"/>
              </a:rPr>
              <a:t>아니에요</a:t>
            </a:r>
            <a:r>
              <a:rPr lang="en-US" altLang="ko-KR" sz="1600" spc="-1" dirty="0">
                <a:solidFill>
                  <a:srgbClr val="000000"/>
                </a:solidFill>
                <a:latin typeface="MaruBuriot-ExtraLight"/>
                <a:ea typeface="MaruBuriot-ExtraLight"/>
              </a:rPr>
              <a:t>.</a:t>
            </a:r>
            <a:endParaRPr lang="en-US" altLang="ko-KR" sz="1600" b="0" strike="noStrike" spc="-1" dirty="0">
              <a:solidFill>
                <a:srgbClr val="000000"/>
              </a:solidFill>
              <a:latin typeface="MaruBuriot-Regular"/>
              <a:ea typeface="MaruBuriot-Regular"/>
            </a:endParaRPr>
          </a:p>
          <a:p>
            <a:pPr marL="457200" indent="-457200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ko-KR" altLang="en-US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정답에 도달할 때까지 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2</a:t>
            </a:r>
            <a:r>
              <a:rPr lang="ko-KR" altLang="en-US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번을 반복한다</a:t>
            </a:r>
            <a:r>
              <a:rPr lang="en-US" altLang="ko-KR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.</a:t>
            </a:r>
            <a:endParaRPr lang="en-US" altLang="ko-K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68B250C-EE84-BD21-7B1B-E14517A28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78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602AB-2255-6A84-07FD-CA28A5A25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A7DFB5E0-0EAD-38AF-24DD-F829CD22E722}"/>
              </a:ext>
            </a:extLst>
          </p:cNvPr>
          <p:cNvGrpSpPr/>
          <p:nvPr/>
        </p:nvGrpSpPr>
        <p:grpSpPr>
          <a:xfrm>
            <a:off x="722880" y="577440"/>
            <a:ext cx="2735640" cy="1005480"/>
            <a:chOff x="722880" y="577440"/>
            <a:chExt cx="2735640" cy="1005480"/>
          </a:xfrm>
        </p:grpSpPr>
        <p:sp>
          <p:nvSpPr>
            <p:cNvPr id="348" name="자유형: 도형 347">
              <a:extLst>
                <a:ext uri="{FF2B5EF4-FFF2-40B4-BE49-F238E27FC236}">
                  <a16:creationId xmlns:a16="http://schemas.microsoft.com/office/drawing/2014/main" id="{C367D63E-AE45-A3EB-93C6-6B20F8D04352}"/>
                </a:ext>
              </a:extLst>
            </p:cNvPr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1FD0175B-4A69-1623-B276-8E25435E7B49}"/>
                </a:ext>
              </a:extLst>
            </p:cNvPr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0686F502-251A-C0B7-DC5F-E9129323F179}"/>
                </a:ext>
              </a:extLst>
            </p:cNvPr>
            <p:cNvSpPr txBox="1"/>
            <p:nvPr/>
          </p:nvSpPr>
          <p:spPr>
            <a:xfrm>
              <a:off x="879120" y="1050480"/>
              <a:ext cx="2449800" cy="53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 - </a:t>
              </a:r>
              <a:r>
                <a:rPr lang="zh-CN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연습 문제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7EFF11E5-7B27-0D33-C463-059C29D59AAE}"/>
              </a:ext>
            </a:extLst>
          </p:cNvPr>
          <p:cNvGrpSpPr/>
          <p:nvPr/>
        </p:nvGrpSpPr>
        <p:grpSpPr>
          <a:xfrm>
            <a:off x="5362920" y="1538280"/>
            <a:ext cx="1776960" cy="631800"/>
            <a:chOff x="5362920" y="1538280"/>
            <a:chExt cx="1776960" cy="631800"/>
          </a:xfrm>
        </p:grpSpPr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9B74056A-4122-D4CA-12DD-820563AACD6A}"/>
                </a:ext>
              </a:extLst>
            </p:cNvPr>
            <p:cNvSpPr txBox="1"/>
            <p:nvPr/>
          </p:nvSpPr>
          <p:spPr>
            <a:xfrm>
              <a:off x="5362920" y="1538280"/>
              <a:ext cx="1776960" cy="631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rmAutofit fontScale="94722"/>
            </a:bodyPr>
            <a:lstStyle/>
            <a:p>
              <a:pPr>
                <a:lnSpc>
                  <a:spcPct val="150000"/>
                </a:lnSpc>
              </a:pPr>
              <a:r>
                <a:rPr lang="zh-CN" sz="1600" b="0" strike="noStrike" spc="-1" dirty="0">
                  <a:solidFill>
                    <a:srgbClr val="252525"/>
                  </a:solidFill>
                  <a:latin typeface="MaruBuriot-Regular"/>
                  <a:ea typeface="MaruBuriot-Regular"/>
                </a:rPr>
                <a:t>거스름돈 </a:t>
              </a:r>
              <a:r>
                <a:rPr 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(BOJ #5585)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53" name="TextBox 352">
            <a:extLst>
              <a:ext uri="{FF2B5EF4-FFF2-40B4-BE49-F238E27FC236}">
                <a16:creationId xmlns:a16="http://schemas.microsoft.com/office/drawing/2014/main" id="{8DC6DDDD-5122-49EA-2E4E-C7F4B149B38C}"/>
              </a:ext>
            </a:extLst>
          </p:cNvPr>
          <p:cNvSpPr txBox="1"/>
          <p:nvPr/>
        </p:nvSpPr>
        <p:spPr>
          <a:xfrm>
            <a:off x="1451880" y="2691360"/>
            <a:ext cx="421488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&lt;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문제 설명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&gt;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59CD38E2-1A36-180C-C8E2-480CA0C8B2BC}"/>
              </a:ext>
            </a:extLst>
          </p:cNvPr>
          <p:cNvSpPr txBox="1"/>
          <p:nvPr/>
        </p:nvSpPr>
        <p:spPr>
          <a:xfrm>
            <a:off x="1451880" y="3107520"/>
            <a:ext cx="4948920" cy="228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1040" indent="-221040">
              <a:lnSpc>
                <a:spcPct val="150000"/>
              </a:lnSpc>
              <a:buClr>
                <a:srgbClr val="000000"/>
              </a:buClr>
              <a:buSzPct val="45000"/>
              <a:buFont typeface=""/>
              <a:buChar char=""/>
            </a:pPr>
            <a:r>
              <a:rPr lang="ko-KR" altLang="en-US" sz="1600" spc="-1" dirty="0">
                <a:latin typeface="MaruBuriot-Light"/>
                <a:ea typeface="MaruBuriot-Light"/>
              </a:rPr>
              <a:t>잔돈으로 쓰일 </a:t>
            </a:r>
            <a:r>
              <a:rPr lang="en-US" altLang="ko-KR" sz="1600" spc="-1" dirty="0">
                <a:solidFill>
                  <a:srgbClr val="5E2BC6"/>
                </a:solidFill>
                <a:latin typeface="MaruBuriot-Light"/>
                <a:ea typeface="MaruBuriot-Light"/>
              </a:rPr>
              <a:t>1, 5, 10, 50, 100, 500</a:t>
            </a:r>
            <a:r>
              <a:rPr lang="zh-CN" altLang="ko-KR" sz="1600" spc="-1" dirty="0">
                <a:solidFill>
                  <a:srgbClr val="5E2BC6"/>
                </a:solidFill>
                <a:latin typeface="MaruBuriot-Light"/>
                <a:ea typeface="MaruBuriot-Light"/>
              </a:rPr>
              <a:t>원짜리 </a:t>
            </a:r>
            <a:r>
              <a:rPr lang="zh-CN" altLang="ko-KR" sz="1600" spc="-1" dirty="0">
                <a:latin typeface="MaruBuriot-Light"/>
                <a:ea typeface="MaruBuriot-Light"/>
              </a:rPr>
              <a:t>동전이 </a:t>
            </a:r>
            <a:r>
              <a:rPr lang="zh-CN" altLang="ko-KR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무한히 많이 </a:t>
            </a:r>
            <a:r>
              <a:rPr lang="ko-KR" altLang="en-US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있는 가게가 있다</a:t>
            </a:r>
            <a:r>
              <a:rPr lang="en-US" altLang="ko-KR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.</a:t>
            </a:r>
            <a:endParaRPr lang="en-US" altLang="ko-KR" sz="1600" spc="-1" dirty="0">
              <a:solidFill>
                <a:srgbClr val="000000"/>
              </a:solidFill>
            </a:endParaRPr>
          </a:p>
          <a:p>
            <a:pPr marL="221040" indent="-221040">
              <a:lnSpc>
                <a:spcPct val="150000"/>
              </a:lnSpc>
              <a:buClr>
                <a:srgbClr val="000000"/>
              </a:buClr>
              <a:buSzPct val="45000"/>
              <a:buFont typeface=""/>
              <a:buChar char=""/>
            </a:pPr>
            <a:r>
              <a:rPr lang="ko-KR" alt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물건 </a:t>
            </a:r>
            <a:r>
              <a:rPr lang="en-US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n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원</a:t>
            </a:r>
            <a:r>
              <a:rPr lang="ko-KR" alt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어치를 사고</a:t>
            </a:r>
            <a:r>
              <a:rPr lang="en-US" altLang="ko-KR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, 1000</a:t>
            </a:r>
            <a:r>
              <a:rPr lang="ko-KR" alt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원을 주었다</a:t>
            </a:r>
            <a:r>
              <a:rPr lang="en-US" altLang="ko-KR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.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 </a:t>
            </a:r>
            <a:endParaRPr lang="en-US" altLang="zh-CN" sz="1600" b="0" strike="noStrike" spc="-1" dirty="0">
              <a:solidFill>
                <a:srgbClr val="252525"/>
              </a:solidFill>
              <a:latin typeface="MaruBuriot-Light"/>
              <a:ea typeface="MaruBuriot-Light"/>
            </a:endParaRPr>
          </a:p>
          <a:p>
            <a:pPr marL="221040" indent="-221040">
              <a:lnSpc>
                <a:spcPct val="150000"/>
              </a:lnSpc>
              <a:buClr>
                <a:srgbClr val="000000"/>
              </a:buClr>
              <a:buSzPct val="45000"/>
              <a:buFont typeface=""/>
              <a:buChar char=""/>
            </a:pP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동전의 개수가 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최소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가 되도록 거슬러 </a:t>
            </a:r>
            <a:r>
              <a:rPr lang="ko-KR" altLang="en-US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받는다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.</a:t>
            </a:r>
          </a:p>
          <a:p>
            <a:pPr marL="221040" indent="-221040">
              <a:lnSpc>
                <a:spcPct val="150000"/>
              </a:lnSpc>
              <a:buClr>
                <a:srgbClr val="000000"/>
              </a:buClr>
              <a:buSzPct val="45000"/>
              <a:buFont typeface=""/>
              <a:buChar char=""/>
            </a:pPr>
            <a:r>
              <a:rPr lang="ko-KR" altLang="en-US" sz="1600" spc="-1" dirty="0">
                <a:solidFill>
                  <a:srgbClr val="5E2BC6"/>
                </a:solidFill>
                <a:latin typeface="MaruBuriot-Light"/>
                <a:ea typeface="MaruBuriot-Light"/>
              </a:rPr>
              <a:t>동전이 몇 개 있을까</a:t>
            </a:r>
            <a:r>
              <a:rPr lang="en-US" altLang="ko-KR" sz="1600" spc="-1" dirty="0">
                <a:solidFill>
                  <a:srgbClr val="5E2BC6"/>
                </a:solidFill>
                <a:latin typeface="MaruBuriot-Light"/>
                <a:ea typeface="MaruBuriot-Light"/>
              </a:rPr>
              <a:t>?</a:t>
            </a:r>
            <a:endParaRPr lang="en-US" sz="1600" b="0" strike="noStrike" spc="-1" dirty="0">
              <a:solidFill>
                <a:srgbClr val="5E2BC6"/>
              </a:solidFill>
              <a:latin typeface="MaruBuriot-Light"/>
              <a:ea typeface="MaruBuriot-Light"/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4DC67FC7-4705-A84E-9E50-C40C370EAA6C}"/>
              </a:ext>
            </a:extLst>
          </p:cNvPr>
          <p:cNvSpPr txBox="1"/>
          <p:nvPr/>
        </p:nvSpPr>
        <p:spPr>
          <a:xfrm>
            <a:off x="7782840" y="2691360"/>
            <a:ext cx="338040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&lt;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제약 조건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&gt;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B8E47352-A5A4-F616-14E2-B240A7EAA0CE}"/>
                  </a:ext>
                </a:extLst>
              </p:cNvPr>
              <p:cNvSpPr txBox="1"/>
              <p:nvPr/>
            </p:nvSpPr>
            <p:spPr>
              <a:xfrm>
                <a:off x="7782840" y="3107520"/>
                <a:ext cx="3380400" cy="8002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lstStyle/>
              <a:p>
                <a:pPr marL="221040" indent="-221040">
                  <a:lnSpc>
                    <a:spcPct val="150000"/>
                  </a:lnSpc>
                  <a:buClr>
                    <a:srgbClr val="000000"/>
                  </a:buClr>
                  <a:buSzPct val="45000"/>
                  <a:buFont typeface=""/>
                  <a:buChar char=""/>
                </a:pPr>
                <a:r>
                  <a:rPr lang="en-US" sz="1600" b="0" strike="noStrike" spc="-1" dirty="0">
                    <a:solidFill>
                      <a:srgbClr val="252525"/>
                    </a:solidFill>
                    <a:latin typeface="MaruBuriot-Light"/>
                    <a:ea typeface="MaruBuriot-Light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</a:t>
                </a:r>
                <a:r>
                  <a:rPr lang="en-US" sz="1600" b="0" strike="noStrike" spc="-1" dirty="0">
                    <a:solidFill>
                      <a:srgbClr val="252525"/>
                    </a:solidFill>
                    <a:latin typeface="MaruBuriot-Light"/>
                    <a:ea typeface="MaruBuriot-Light"/>
                  </a:rPr>
                  <a:t>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&lt;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</a:t>
                </a:r>
                <a:r>
                  <a:rPr lang="en-US" sz="1600" b="0" strike="noStrike" spc="-1" dirty="0">
                    <a:solidFill>
                      <a:srgbClr val="252525"/>
                    </a:solidFill>
                    <a:latin typeface="MaruBuriot-Light"/>
                    <a:ea typeface="MaruBuriot-Light"/>
                  </a:rPr>
                  <a:t>1,000</a:t>
                </a:r>
                <a:endParaRPr lang="en-US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B8E47352-A5A4-F616-14E2-B240A7EAA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840" y="3107520"/>
                <a:ext cx="3380400" cy="8002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B6052FD-8A66-02F7-0DE4-D8ED3EF0F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DD769D5-E8A4-F5B5-D515-5592D35DB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104170" y="1627140"/>
            <a:ext cx="258750" cy="3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8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C312F-E902-71A3-2F19-96487F49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02D62FDB-BAA8-68F9-42BC-1E43F7A0EB9F}"/>
              </a:ext>
            </a:extLst>
          </p:cNvPr>
          <p:cNvGrpSpPr/>
          <p:nvPr/>
        </p:nvGrpSpPr>
        <p:grpSpPr>
          <a:xfrm>
            <a:off x="722880" y="577440"/>
            <a:ext cx="2735640" cy="1005480"/>
            <a:chOff x="722880" y="577440"/>
            <a:chExt cx="2735640" cy="1005480"/>
          </a:xfrm>
        </p:grpSpPr>
        <p:sp>
          <p:nvSpPr>
            <p:cNvPr id="348" name="자유형: 도형 347">
              <a:extLst>
                <a:ext uri="{FF2B5EF4-FFF2-40B4-BE49-F238E27FC236}">
                  <a16:creationId xmlns:a16="http://schemas.microsoft.com/office/drawing/2014/main" id="{7B5B2A8A-06A7-58A5-BF98-A0C74E44A5AA}"/>
                </a:ext>
              </a:extLst>
            </p:cNvPr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4B212FC8-A9B2-0CEE-5822-408C3970755F}"/>
                </a:ext>
              </a:extLst>
            </p:cNvPr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765310C3-A2A8-8DF7-565B-B59EF1688038}"/>
                </a:ext>
              </a:extLst>
            </p:cNvPr>
            <p:cNvSpPr txBox="1"/>
            <p:nvPr/>
          </p:nvSpPr>
          <p:spPr>
            <a:xfrm>
              <a:off x="879120" y="1050480"/>
              <a:ext cx="2449800" cy="53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 - </a:t>
              </a:r>
              <a:r>
                <a:rPr lang="zh-CN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연습 문제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B81C1956-49F9-5ECC-2FD7-FB5122F42ECE}"/>
              </a:ext>
            </a:extLst>
          </p:cNvPr>
          <p:cNvGrpSpPr/>
          <p:nvPr/>
        </p:nvGrpSpPr>
        <p:grpSpPr>
          <a:xfrm>
            <a:off x="1137870" y="1788120"/>
            <a:ext cx="1776960" cy="631800"/>
            <a:chOff x="5362920" y="1538280"/>
            <a:chExt cx="1776960" cy="631800"/>
          </a:xfrm>
        </p:grpSpPr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0B6A225A-4B4C-1BAA-7E47-D845004CD2AD}"/>
                </a:ext>
              </a:extLst>
            </p:cNvPr>
            <p:cNvSpPr txBox="1"/>
            <p:nvPr/>
          </p:nvSpPr>
          <p:spPr>
            <a:xfrm>
              <a:off x="5362920" y="1538280"/>
              <a:ext cx="1776960" cy="631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rmAutofit fontScale="94722"/>
            </a:bodyPr>
            <a:lstStyle/>
            <a:p>
              <a:pPr>
                <a:lnSpc>
                  <a:spcPct val="150000"/>
                </a:lnSpc>
              </a:pPr>
              <a:r>
                <a:rPr lang="zh-CN" sz="1600" b="0" strike="noStrike" spc="-1" dirty="0">
                  <a:solidFill>
                    <a:srgbClr val="252525"/>
                  </a:solidFill>
                  <a:latin typeface="MaruBuriot-Regular"/>
                  <a:ea typeface="MaruBuriot-Regular"/>
                </a:rPr>
                <a:t>거스름돈 </a:t>
              </a:r>
              <a:r>
                <a:rPr 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(BOJ #5585)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9B86578-A1F1-B47D-19EF-5CD161E3E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A2A9FBD3-77BE-5D81-22FC-1B134FF9E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9120" y="1876980"/>
            <a:ext cx="258750" cy="331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B634E4-6972-7D99-E654-504A7DFE3CDF}"/>
              </a:ext>
            </a:extLst>
          </p:cNvPr>
          <p:cNvSpPr txBox="1"/>
          <p:nvPr/>
        </p:nvSpPr>
        <p:spPr>
          <a:xfrm>
            <a:off x="5168227" y="872718"/>
            <a:ext cx="588590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사용할 수 있는 동전 단위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큰 순서대로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coins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매 단계에서 가장 가치가 높은 동전부터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그리디하게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선택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거스름돈을 다 줬다면 종료</a:t>
            </a:r>
            <a:b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현재 동전으로 줄 수 있는 최대 개수를 구함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coins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남은 거스름돈 업데이트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나머지 연산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coins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결과 출력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D0E9E-2704-BCBE-81EE-94AA8E8F2869}"/>
              </a:ext>
            </a:extLst>
          </p:cNvPr>
          <p:cNvSpPr txBox="1"/>
          <p:nvPr/>
        </p:nvSpPr>
        <p:spPr>
          <a:xfrm>
            <a:off x="722880" y="2713980"/>
            <a:ext cx="421488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&lt;</a:t>
            </a:r>
            <a:r>
              <a:rPr lang="ko-KR" altLang="en-US" sz="1600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코드 설명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&gt;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1AC32-EF2F-039B-1351-656A7B96D9EB}"/>
              </a:ext>
            </a:extLst>
          </p:cNvPr>
          <p:cNvSpPr txBox="1"/>
          <p:nvPr/>
        </p:nvSpPr>
        <p:spPr>
          <a:xfrm>
            <a:off x="722880" y="3130140"/>
            <a:ext cx="4335503" cy="228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1040" indent="-221040">
              <a:lnSpc>
                <a:spcPct val="150000"/>
              </a:lnSpc>
              <a:buClr>
                <a:srgbClr val="000000"/>
              </a:buClr>
              <a:buSzPct val="45000"/>
              <a:buFont typeface=""/>
              <a:buChar char=""/>
            </a:pPr>
            <a:r>
              <a:rPr lang="ko-KR" altLang="en-US" sz="1600" b="0" strike="noStrike" spc="-1" dirty="0">
                <a:latin typeface="MaruBuriot-Light"/>
                <a:ea typeface="MaruBuriot-Light"/>
              </a:rPr>
              <a:t>가치가 큰 것부터 교환하면 </a:t>
            </a:r>
            <a:r>
              <a:rPr lang="ko-KR" altLang="en-US" sz="1600" spc="-1" dirty="0">
                <a:latin typeface="MaruBuriot-Light"/>
                <a:ea typeface="MaruBuriot-Light"/>
              </a:rPr>
              <a:t>될 거 같고</a:t>
            </a:r>
            <a:r>
              <a:rPr lang="en-US" altLang="ko-KR" sz="1600" spc="-1" dirty="0">
                <a:latin typeface="MaruBuriot-Light"/>
                <a:ea typeface="MaruBuriot-Light"/>
              </a:rPr>
              <a:t>,</a:t>
            </a:r>
            <a:r>
              <a:rPr lang="ko-KR" altLang="en-US" sz="1600" b="0" strike="noStrike" spc="-1" dirty="0">
                <a:latin typeface="MaruBuriot-Light"/>
                <a:ea typeface="MaruBuriot-Light"/>
              </a:rPr>
              <a:t> </a:t>
            </a:r>
            <a:br>
              <a:rPr lang="en-US" altLang="ko-KR" sz="1600" b="0" strike="noStrike" spc="-1" dirty="0">
                <a:latin typeface="MaruBuriot-Light"/>
                <a:ea typeface="MaruBuriot-Light"/>
              </a:rPr>
            </a:br>
            <a:r>
              <a:rPr lang="ko-KR" altLang="en-US" sz="1600" b="0" strike="noStrike" spc="-1" dirty="0">
                <a:latin typeface="MaruBuriot-Light"/>
                <a:ea typeface="MaruBuriot-Light"/>
              </a:rPr>
              <a:t>실제로 그렇게 구현하면 됩니다</a:t>
            </a:r>
            <a:r>
              <a:rPr lang="en-US" altLang="ko-KR" sz="1600" b="0" strike="noStrike" spc="-1" dirty="0">
                <a:latin typeface="MaruBuriot-Light"/>
                <a:ea typeface="MaruBuriot-Light"/>
              </a:rPr>
              <a:t>.</a:t>
            </a:r>
            <a:endParaRPr lang="en-US" sz="1600" b="0" strike="noStrike" spc="-1" dirty="0">
              <a:latin typeface="MaruBuriot-Light"/>
              <a:ea typeface="MaruBuriot-Light"/>
            </a:endParaRPr>
          </a:p>
        </p:txBody>
      </p:sp>
    </p:spTree>
    <p:extLst>
      <p:ext uri="{BB962C8B-B14F-4D97-AF65-F5344CB8AC3E}">
        <p14:creationId xmlns:p14="http://schemas.microsoft.com/office/powerpoint/2010/main" val="194692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그룹 84"/>
          <p:cNvGrpSpPr/>
          <p:nvPr/>
        </p:nvGrpSpPr>
        <p:grpSpPr>
          <a:xfrm>
            <a:off x="722880" y="577440"/>
            <a:ext cx="2735640" cy="1005480"/>
            <a:chOff x="722880" y="577440"/>
            <a:chExt cx="2735640" cy="1005480"/>
          </a:xfrm>
        </p:grpSpPr>
        <p:sp>
          <p:nvSpPr>
            <p:cNvPr id="86" name="자유형: 도형 85"/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879120" y="1050480"/>
              <a:ext cx="2449800" cy="53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 - </a:t>
              </a:r>
              <a:r>
                <a:rPr lang="zh-CN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동작 원리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879120" y="1587240"/>
            <a:ext cx="188820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&lt;</a:t>
            </a:r>
            <a:r>
              <a:rPr lang="zh-CN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예시 문제</a:t>
            </a:r>
            <a:r>
              <a:rPr lang="en-US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&gt;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006920" y="1940760"/>
            <a:ext cx="6591240" cy="140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2</a:t>
            </a:r>
            <a:r>
              <a:rPr lang="zh-CN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원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짜리 동전과 </a:t>
            </a:r>
            <a:r>
              <a:rPr lang="en-US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5</a:t>
            </a:r>
            <a:r>
              <a:rPr lang="zh-CN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원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짜리 동전만을 사용해서 거슬러주어야 할 돈 </a:t>
            </a:r>
            <a:r>
              <a:rPr lang="en-US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n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원이 주어졌을 때 거슬러주어야 하는 동전의 </a:t>
            </a:r>
            <a:r>
              <a:rPr lang="zh-CN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최소 개수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를 구하여라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(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단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, 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각 동전들의 개수는 충분히 많다고 가정한다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.)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1" name="그룹 90"/>
          <p:cNvGrpSpPr/>
          <p:nvPr/>
        </p:nvGrpSpPr>
        <p:grpSpPr>
          <a:xfrm>
            <a:off x="8486280" y="1530720"/>
            <a:ext cx="815040" cy="1242720"/>
            <a:chOff x="8486280" y="1530720"/>
            <a:chExt cx="815040" cy="1242720"/>
          </a:xfrm>
        </p:grpSpPr>
        <p:grpSp>
          <p:nvGrpSpPr>
            <p:cNvPr id="92" name="그룹 91"/>
            <p:cNvGrpSpPr/>
            <p:nvPr/>
          </p:nvGrpSpPr>
          <p:grpSpPr>
            <a:xfrm>
              <a:off x="8486280" y="1716840"/>
              <a:ext cx="815040" cy="1056600"/>
              <a:chOff x="8486280" y="1716840"/>
              <a:chExt cx="815040" cy="1056600"/>
            </a:xfrm>
          </p:grpSpPr>
          <p:sp>
            <p:nvSpPr>
              <p:cNvPr id="93" name="자유형: 도형 92"/>
              <p:cNvSpPr/>
              <p:nvPr/>
            </p:nvSpPr>
            <p:spPr>
              <a:xfrm>
                <a:off x="8486280" y="195840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4" name="자유형: 도형 93"/>
              <p:cNvSpPr/>
              <p:nvPr/>
            </p:nvSpPr>
            <p:spPr>
              <a:xfrm>
                <a:off x="8486280" y="183204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5" name="자유형: 도형 94"/>
              <p:cNvSpPr/>
              <p:nvPr/>
            </p:nvSpPr>
            <p:spPr>
              <a:xfrm>
                <a:off x="8486280" y="171684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96" name="자유형: 도형 95"/>
            <p:cNvSpPr/>
            <p:nvPr/>
          </p:nvSpPr>
          <p:spPr>
            <a:xfrm>
              <a:off x="8486280" y="1619640"/>
              <a:ext cx="815040" cy="815040"/>
            </a:xfrm>
            <a:custGeom>
              <a:avLst/>
              <a:gdLst/>
              <a:ahLst/>
              <a:cxnLst/>
              <a:rect l="0" t="0" r="r" b="b"/>
              <a:pathLst>
                <a:path w="2264" h="2264">
                  <a:moveTo>
                    <a:pt x="1933" y="331"/>
                  </a:moveTo>
                  <a:cubicBezTo>
                    <a:pt x="2375" y="774"/>
                    <a:pt x="2375" y="1490"/>
                    <a:pt x="1933" y="1933"/>
                  </a:cubicBezTo>
                  <a:cubicBezTo>
                    <a:pt x="1490" y="2375"/>
                    <a:pt x="774" y="2375"/>
                    <a:pt x="331" y="1933"/>
                  </a:cubicBezTo>
                  <a:cubicBezTo>
                    <a:pt x="-110" y="1490"/>
                    <a:pt x="-110" y="774"/>
                    <a:pt x="331" y="331"/>
                  </a:cubicBezTo>
                  <a:cubicBezTo>
                    <a:pt x="774" y="-110"/>
                    <a:pt x="1490" y="-110"/>
                    <a:pt x="1933" y="331"/>
                  </a:cubicBezTo>
                  <a:close/>
                </a:path>
              </a:pathLst>
            </a:custGeom>
            <a:solidFill>
              <a:srgbClr val="ECE4F9">
                <a:alpha val="60000"/>
              </a:srgbClr>
            </a:solidFill>
            <a:ln w="28440">
              <a:solidFill>
                <a:srgbClr val="5E2BC6"/>
              </a:solidFill>
              <a:miter/>
            </a:ln>
          </p:spPr>
          <p:txBody>
            <a:bodyPr lIns="104040" tIns="59040" rIns="104040" bIns="5904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97" name="그룹 96"/>
            <p:cNvGrpSpPr/>
            <p:nvPr/>
          </p:nvGrpSpPr>
          <p:grpSpPr>
            <a:xfrm>
              <a:off x="8486280" y="1530720"/>
              <a:ext cx="815040" cy="941760"/>
              <a:chOff x="8486280" y="1530720"/>
              <a:chExt cx="815040" cy="941760"/>
            </a:xfrm>
          </p:grpSpPr>
          <p:sp>
            <p:nvSpPr>
              <p:cNvPr id="98" name="자유형: 도형 97"/>
              <p:cNvSpPr/>
              <p:nvPr/>
            </p:nvSpPr>
            <p:spPr>
              <a:xfrm>
                <a:off x="8486280" y="153072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8532000" y="1755000"/>
                <a:ext cx="723240" cy="7174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b="1" strike="noStrike" spc="-1">
                    <a:solidFill>
                      <a:srgbClr val="5E2BC6"/>
                    </a:solidFill>
                    <a:latin typeface="MaruBuriot-SemiBold"/>
                    <a:ea typeface="MaruBuriot-SemiBold"/>
                  </a:rPr>
                  <a:t>2</a:t>
                </a:r>
                <a:endParaRPr lang="en-US" sz="20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100" name="그룹 99"/>
          <p:cNvGrpSpPr/>
          <p:nvPr/>
        </p:nvGrpSpPr>
        <p:grpSpPr>
          <a:xfrm>
            <a:off x="7796160" y="2167200"/>
            <a:ext cx="815040" cy="985320"/>
            <a:chOff x="7796160" y="2167200"/>
            <a:chExt cx="815040" cy="985320"/>
          </a:xfrm>
        </p:grpSpPr>
        <p:grpSp>
          <p:nvGrpSpPr>
            <p:cNvPr id="101" name="그룹 100"/>
            <p:cNvGrpSpPr/>
            <p:nvPr/>
          </p:nvGrpSpPr>
          <p:grpSpPr>
            <a:xfrm>
              <a:off x="7796160" y="2245680"/>
              <a:ext cx="815040" cy="906840"/>
              <a:chOff x="7796160" y="2245680"/>
              <a:chExt cx="815040" cy="906840"/>
            </a:xfrm>
          </p:grpSpPr>
          <p:sp>
            <p:nvSpPr>
              <p:cNvPr id="102" name="자유형: 도형 101"/>
              <p:cNvSpPr/>
              <p:nvPr/>
            </p:nvSpPr>
            <p:spPr>
              <a:xfrm>
                <a:off x="7796160" y="233748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3" name="자유형: 도형 102"/>
              <p:cNvSpPr/>
              <p:nvPr/>
            </p:nvSpPr>
            <p:spPr>
              <a:xfrm>
                <a:off x="7796160" y="224568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04" name="자유형: 도형 103"/>
            <p:cNvSpPr/>
            <p:nvPr/>
          </p:nvSpPr>
          <p:spPr>
            <a:xfrm>
              <a:off x="7796160" y="2167200"/>
              <a:ext cx="815040" cy="815040"/>
            </a:xfrm>
            <a:custGeom>
              <a:avLst/>
              <a:gdLst/>
              <a:ahLst/>
              <a:cxnLst/>
              <a:rect l="0" t="0" r="r" b="b"/>
              <a:pathLst>
                <a:path w="2264" h="2264">
                  <a:moveTo>
                    <a:pt x="1933" y="331"/>
                  </a:moveTo>
                  <a:cubicBezTo>
                    <a:pt x="2375" y="774"/>
                    <a:pt x="2375" y="1490"/>
                    <a:pt x="1933" y="1933"/>
                  </a:cubicBezTo>
                  <a:cubicBezTo>
                    <a:pt x="1490" y="2375"/>
                    <a:pt x="774" y="2375"/>
                    <a:pt x="331" y="1933"/>
                  </a:cubicBezTo>
                  <a:cubicBezTo>
                    <a:pt x="-110" y="1490"/>
                    <a:pt x="-110" y="774"/>
                    <a:pt x="331" y="331"/>
                  </a:cubicBezTo>
                  <a:cubicBezTo>
                    <a:pt x="774" y="-110"/>
                    <a:pt x="1490" y="-110"/>
                    <a:pt x="1933" y="331"/>
                  </a:cubicBezTo>
                  <a:close/>
                </a:path>
              </a:pathLst>
            </a:custGeom>
            <a:solidFill>
              <a:srgbClr val="ECE4F9">
                <a:alpha val="60000"/>
              </a:srgbClr>
            </a:solidFill>
            <a:ln w="28440">
              <a:solidFill>
                <a:srgbClr val="5E2BC6"/>
              </a:solidFill>
              <a:miter/>
            </a:ln>
          </p:spPr>
          <p:txBody>
            <a:bodyPr lIns="104040" tIns="59040" rIns="104040" bIns="5904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7841880" y="2365560"/>
              <a:ext cx="723240" cy="7174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b="1" strike="noStrike" spc="-1">
                  <a:solidFill>
                    <a:srgbClr val="5E2BC6"/>
                  </a:solidFill>
                  <a:latin typeface="MaruBuriot-SemiBold"/>
                  <a:ea typeface="MaruBuriot-SemiBold"/>
                </a:rPr>
                <a:t>2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" name="그룹 105"/>
          <p:cNvGrpSpPr/>
          <p:nvPr/>
        </p:nvGrpSpPr>
        <p:grpSpPr>
          <a:xfrm>
            <a:off x="9176760" y="1846080"/>
            <a:ext cx="2082960" cy="1976760"/>
            <a:chOff x="9176760" y="1846080"/>
            <a:chExt cx="2082960" cy="1976760"/>
          </a:xfrm>
        </p:grpSpPr>
        <p:grpSp>
          <p:nvGrpSpPr>
            <p:cNvPr id="107" name="그룹 106"/>
            <p:cNvGrpSpPr/>
            <p:nvPr/>
          </p:nvGrpSpPr>
          <p:grpSpPr>
            <a:xfrm>
              <a:off x="9176760" y="2455200"/>
              <a:ext cx="1063800" cy="1063800"/>
              <a:chOff x="9176760" y="2455200"/>
              <a:chExt cx="1063800" cy="1063800"/>
            </a:xfrm>
          </p:grpSpPr>
          <p:sp>
            <p:nvSpPr>
              <p:cNvPr id="108" name="자유형: 도형 107"/>
              <p:cNvSpPr/>
              <p:nvPr/>
            </p:nvSpPr>
            <p:spPr>
              <a:xfrm>
                <a:off x="9176760" y="245520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09" name="그룹 108"/>
            <p:cNvGrpSpPr/>
            <p:nvPr/>
          </p:nvGrpSpPr>
          <p:grpSpPr>
            <a:xfrm>
              <a:off x="9176760" y="2328840"/>
              <a:ext cx="1063800" cy="1063800"/>
              <a:chOff x="9176760" y="2328840"/>
              <a:chExt cx="1063800" cy="1063800"/>
            </a:xfrm>
          </p:grpSpPr>
          <p:sp>
            <p:nvSpPr>
              <p:cNvPr id="110" name="자유형: 도형 109"/>
              <p:cNvSpPr/>
              <p:nvPr/>
            </p:nvSpPr>
            <p:spPr>
              <a:xfrm>
                <a:off x="9176760" y="232884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11" name="그룹 110"/>
            <p:cNvGrpSpPr/>
            <p:nvPr/>
          </p:nvGrpSpPr>
          <p:grpSpPr>
            <a:xfrm>
              <a:off x="9176760" y="2190960"/>
              <a:ext cx="1063800" cy="1063800"/>
              <a:chOff x="9176760" y="2190960"/>
              <a:chExt cx="1063800" cy="1063800"/>
            </a:xfrm>
          </p:grpSpPr>
          <p:sp>
            <p:nvSpPr>
              <p:cNvPr id="112" name="자유형: 도형 111"/>
              <p:cNvSpPr/>
              <p:nvPr/>
            </p:nvSpPr>
            <p:spPr>
              <a:xfrm>
                <a:off x="9176760" y="219096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13" name="그룹 112"/>
            <p:cNvGrpSpPr/>
            <p:nvPr/>
          </p:nvGrpSpPr>
          <p:grpSpPr>
            <a:xfrm>
              <a:off x="9176760" y="2041560"/>
              <a:ext cx="1063800" cy="1063800"/>
              <a:chOff x="9176760" y="2041560"/>
              <a:chExt cx="1063800" cy="1063800"/>
            </a:xfrm>
          </p:grpSpPr>
          <p:sp>
            <p:nvSpPr>
              <p:cNvPr id="114" name="자유형: 도형 113"/>
              <p:cNvSpPr/>
              <p:nvPr/>
            </p:nvSpPr>
            <p:spPr>
              <a:xfrm>
                <a:off x="9176760" y="204156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15" name="그룹 114"/>
            <p:cNvGrpSpPr/>
            <p:nvPr/>
          </p:nvGrpSpPr>
          <p:grpSpPr>
            <a:xfrm>
              <a:off x="9176760" y="1927080"/>
              <a:ext cx="1063800" cy="1063800"/>
              <a:chOff x="9176760" y="1927080"/>
              <a:chExt cx="1063800" cy="1063800"/>
            </a:xfrm>
          </p:grpSpPr>
          <p:sp>
            <p:nvSpPr>
              <p:cNvPr id="116" name="자유형: 도형 115"/>
              <p:cNvSpPr/>
              <p:nvPr/>
            </p:nvSpPr>
            <p:spPr>
              <a:xfrm>
                <a:off x="9176760" y="192708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17" name="그룹 116"/>
            <p:cNvGrpSpPr/>
            <p:nvPr/>
          </p:nvGrpSpPr>
          <p:grpSpPr>
            <a:xfrm>
              <a:off x="9176760" y="1846080"/>
              <a:ext cx="1063800" cy="1224720"/>
              <a:chOff x="9176760" y="1846080"/>
              <a:chExt cx="1063800" cy="1224720"/>
            </a:xfrm>
          </p:grpSpPr>
          <p:sp>
            <p:nvSpPr>
              <p:cNvPr id="118" name="자유형: 도형 117"/>
              <p:cNvSpPr/>
              <p:nvPr/>
            </p:nvSpPr>
            <p:spPr>
              <a:xfrm>
                <a:off x="9176760" y="184608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9236160" y="2134440"/>
                <a:ext cx="943920" cy="9363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800" b="1" strike="noStrike" spc="-1">
                    <a:solidFill>
                      <a:srgbClr val="5E2BC6"/>
                    </a:solidFill>
                    <a:latin typeface="MaruBuriot-SemiBold"/>
                    <a:ea typeface="MaruBuriot-SemiBold"/>
                  </a:rPr>
                  <a:t>5</a:t>
                </a:r>
                <a:endParaRPr lang="en-US" sz="2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20" name="그룹 119"/>
            <p:cNvGrpSpPr/>
            <p:nvPr/>
          </p:nvGrpSpPr>
          <p:grpSpPr>
            <a:xfrm>
              <a:off x="10195920" y="2598120"/>
              <a:ext cx="1063800" cy="1224720"/>
              <a:chOff x="10195920" y="2598120"/>
              <a:chExt cx="1063800" cy="1224720"/>
            </a:xfrm>
          </p:grpSpPr>
          <p:grpSp>
            <p:nvGrpSpPr>
              <p:cNvPr id="121" name="그룹 120"/>
              <p:cNvGrpSpPr/>
              <p:nvPr/>
            </p:nvGrpSpPr>
            <p:grpSpPr>
              <a:xfrm>
                <a:off x="10195920" y="2679120"/>
                <a:ext cx="1063800" cy="1063800"/>
                <a:chOff x="10195920" y="2679120"/>
                <a:chExt cx="1063800" cy="1063800"/>
              </a:xfrm>
            </p:grpSpPr>
            <p:sp>
              <p:nvSpPr>
                <p:cNvPr id="122" name="자유형: 도형 121"/>
                <p:cNvSpPr/>
                <p:nvPr/>
              </p:nvSpPr>
              <p:spPr>
                <a:xfrm>
                  <a:off x="10195920" y="2679120"/>
                  <a:ext cx="1063800" cy="10638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955" h="2955">
                      <a:moveTo>
                        <a:pt x="2522" y="432"/>
                      </a:moveTo>
                      <a:cubicBezTo>
                        <a:pt x="3099" y="1010"/>
                        <a:pt x="3099" y="1944"/>
                        <a:pt x="2522" y="2522"/>
                      </a:cubicBezTo>
                      <a:cubicBezTo>
                        <a:pt x="1944" y="3099"/>
                        <a:pt x="1010" y="3099"/>
                        <a:pt x="432" y="2522"/>
                      </a:cubicBezTo>
                      <a:cubicBezTo>
                        <a:pt x="-144" y="1944"/>
                        <a:pt x="-144" y="1010"/>
                        <a:pt x="432" y="432"/>
                      </a:cubicBezTo>
                      <a:cubicBezTo>
                        <a:pt x="1010" y="-144"/>
                        <a:pt x="1944" y="-144"/>
                        <a:pt x="2522" y="432"/>
                      </a:cubicBezTo>
                      <a:close/>
                    </a:path>
                  </a:pathLst>
                </a:custGeom>
                <a:solidFill>
                  <a:srgbClr val="ECE4F9">
                    <a:alpha val="60000"/>
                  </a:srgbClr>
                </a:solidFill>
                <a:ln w="28440">
                  <a:solidFill>
                    <a:srgbClr val="5E2BC6"/>
                  </a:solidFill>
                  <a:miter/>
                </a:ln>
              </p:spPr>
              <p:txBody>
                <a:bodyPr lIns="104040" tIns="59040" rIns="104040" bIns="5904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123" name="그룹 122"/>
              <p:cNvGrpSpPr/>
              <p:nvPr/>
            </p:nvGrpSpPr>
            <p:grpSpPr>
              <a:xfrm>
                <a:off x="10195920" y="2598120"/>
                <a:ext cx="1063800" cy="1224720"/>
                <a:chOff x="10195920" y="2598120"/>
                <a:chExt cx="1063800" cy="1224720"/>
              </a:xfrm>
            </p:grpSpPr>
            <p:sp>
              <p:nvSpPr>
                <p:cNvPr id="124" name="자유형: 도형 123"/>
                <p:cNvSpPr/>
                <p:nvPr/>
              </p:nvSpPr>
              <p:spPr>
                <a:xfrm>
                  <a:off x="10195920" y="2598120"/>
                  <a:ext cx="1063800" cy="10638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955" h="2955">
                      <a:moveTo>
                        <a:pt x="2522" y="432"/>
                      </a:moveTo>
                      <a:cubicBezTo>
                        <a:pt x="3099" y="1010"/>
                        <a:pt x="3099" y="1944"/>
                        <a:pt x="2522" y="2522"/>
                      </a:cubicBezTo>
                      <a:cubicBezTo>
                        <a:pt x="1944" y="3099"/>
                        <a:pt x="1010" y="3099"/>
                        <a:pt x="432" y="2522"/>
                      </a:cubicBezTo>
                      <a:cubicBezTo>
                        <a:pt x="-144" y="1944"/>
                        <a:pt x="-144" y="1010"/>
                        <a:pt x="432" y="432"/>
                      </a:cubicBezTo>
                      <a:cubicBezTo>
                        <a:pt x="1010" y="-144"/>
                        <a:pt x="1944" y="-144"/>
                        <a:pt x="2522" y="432"/>
                      </a:cubicBezTo>
                      <a:close/>
                    </a:path>
                  </a:pathLst>
                </a:custGeom>
                <a:solidFill>
                  <a:srgbClr val="ECE4F9">
                    <a:alpha val="60000"/>
                  </a:srgbClr>
                </a:solidFill>
                <a:ln w="28440">
                  <a:solidFill>
                    <a:srgbClr val="5E2BC6"/>
                  </a:solidFill>
                  <a:miter/>
                </a:ln>
              </p:spPr>
              <p:txBody>
                <a:bodyPr lIns="104040" tIns="59040" rIns="104040" bIns="5904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5" name="TextBox 124"/>
                <p:cNvSpPr txBox="1"/>
                <p:nvPr/>
              </p:nvSpPr>
              <p:spPr>
                <a:xfrm>
                  <a:off x="10255680" y="2886480"/>
                  <a:ext cx="943920" cy="936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90000" tIns="45000" rIns="90000" bIns="45000" anchor="t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2800" b="1" strike="noStrike" spc="-1">
                      <a:solidFill>
                        <a:srgbClr val="5E2BC6"/>
                      </a:solidFill>
                      <a:latin typeface="MaruBuriot-SemiBold"/>
                      <a:ea typeface="MaruBuriot-SemiBold"/>
                    </a:rPr>
                    <a:t>5</a:t>
                  </a:r>
                  <a:endParaRPr lang="en-US" sz="28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0D791D-059E-7936-9D7D-925585C76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76392-4EA4-C8DD-C2B3-C94C804ED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8EC1EB70-6CA3-EC88-995E-DDF728A480A4}"/>
              </a:ext>
            </a:extLst>
          </p:cNvPr>
          <p:cNvGrpSpPr/>
          <p:nvPr/>
        </p:nvGrpSpPr>
        <p:grpSpPr>
          <a:xfrm>
            <a:off x="722880" y="577440"/>
            <a:ext cx="2735640" cy="1005480"/>
            <a:chOff x="722880" y="577440"/>
            <a:chExt cx="2735640" cy="1005480"/>
          </a:xfrm>
        </p:grpSpPr>
        <p:sp>
          <p:nvSpPr>
            <p:cNvPr id="260" name="자유형: 도형 259">
              <a:extLst>
                <a:ext uri="{FF2B5EF4-FFF2-40B4-BE49-F238E27FC236}">
                  <a16:creationId xmlns:a16="http://schemas.microsoft.com/office/drawing/2014/main" id="{8F15AC7C-05FA-C4C2-B9D5-7510E0E7AAEF}"/>
                </a:ext>
              </a:extLst>
            </p:cNvPr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95971E1-8330-FE42-4D2D-A9E077B45966}"/>
                </a:ext>
              </a:extLst>
            </p:cNvPr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F7429020-33A4-5B93-EC9F-BC4909DCE99A}"/>
                </a:ext>
              </a:extLst>
            </p:cNvPr>
            <p:cNvSpPr txBox="1"/>
            <p:nvPr/>
          </p:nvSpPr>
          <p:spPr>
            <a:xfrm>
              <a:off x="879120" y="1050480"/>
              <a:ext cx="2449800" cy="53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 - </a:t>
              </a:r>
              <a:r>
                <a:rPr lang="zh-CN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동작 원리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3" name="TextBox 262">
            <a:extLst>
              <a:ext uri="{FF2B5EF4-FFF2-40B4-BE49-F238E27FC236}">
                <a16:creationId xmlns:a16="http://schemas.microsoft.com/office/drawing/2014/main" id="{638E3CAB-A6C0-4B6F-D939-4A787A2A5C12}"/>
              </a:ext>
            </a:extLst>
          </p:cNvPr>
          <p:cNvSpPr txBox="1"/>
          <p:nvPr/>
        </p:nvSpPr>
        <p:spPr>
          <a:xfrm>
            <a:off x="879120" y="1587240"/>
            <a:ext cx="188820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&lt;</a:t>
            </a:r>
            <a:r>
              <a:rPr lang="zh-CN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예시 문제</a:t>
            </a:r>
            <a:r>
              <a:rPr lang="en-US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&gt;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2047265B-5B87-0B43-7A58-82F1BC5CA013}"/>
              </a:ext>
            </a:extLst>
          </p:cNvPr>
          <p:cNvSpPr txBox="1"/>
          <p:nvPr/>
        </p:nvSpPr>
        <p:spPr>
          <a:xfrm>
            <a:off x="1006920" y="1940760"/>
            <a:ext cx="6591240" cy="140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2</a:t>
            </a:r>
            <a:r>
              <a:rPr lang="zh-CN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원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짜리 동전과 </a:t>
            </a:r>
            <a:r>
              <a:rPr lang="en-US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5</a:t>
            </a:r>
            <a:r>
              <a:rPr lang="zh-CN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원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짜리 동전만을 사용해서 거슬러주어야 할 돈 </a:t>
            </a:r>
            <a:r>
              <a:rPr lang="en-US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n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원이 주어졌을 때 거슬러주어야 하는 동전의 </a:t>
            </a:r>
            <a:r>
              <a:rPr lang="zh-CN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최소 개수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를 구하여라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(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단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, 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각 동전들의 개수는 충분히 많다고 가정한다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.)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16D7D07C-0EF4-4EF3-2687-5E2AB867427B}"/>
              </a:ext>
            </a:extLst>
          </p:cNvPr>
          <p:cNvGrpSpPr/>
          <p:nvPr/>
        </p:nvGrpSpPr>
        <p:grpSpPr>
          <a:xfrm>
            <a:off x="8486280" y="1530720"/>
            <a:ext cx="815040" cy="1242720"/>
            <a:chOff x="8486280" y="1530720"/>
            <a:chExt cx="815040" cy="1242720"/>
          </a:xfrm>
        </p:grpSpPr>
        <p:grpSp>
          <p:nvGrpSpPr>
            <p:cNvPr id="266" name="그룹 265">
              <a:extLst>
                <a:ext uri="{FF2B5EF4-FFF2-40B4-BE49-F238E27FC236}">
                  <a16:creationId xmlns:a16="http://schemas.microsoft.com/office/drawing/2014/main" id="{736C6170-A19A-648E-76AE-98339C012291}"/>
                </a:ext>
              </a:extLst>
            </p:cNvPr>
            <p:cNvGrpSpPr/>
            <p:nvPr/>
          </p:nvGrpSpPr>
          <p:grpSpPr>
            <a:xfrm>
              <a:off x="8486280" y="1716840"/>
              <a:ext cx="815040" cy="1056600"/>
              <a:chOff x="8486280" y="1716840"/>
              <a:chExt cx="815040" cy="1056600"/>
            </a:xfrm>
          </p:grpSpPr>
          <p:sp>
            <p:nvSpPr>
              <p:cNvPr id="267" name="자유형: 도형 266">
                <a:extLst>
                  <a:ext uri="{FF2B5EF4-FFF2-40B4-BE49-F238E27FC236}">
                    <a16:creationId xmlns:a16="http://schemas.microsoft.com/office/drawing/2014/main" id="{7698B86B-3D8D-766E-4289-7F088365B10C}"/>
                  </a:ext>
                </a:extLst>
              </p:cNvPr>
              <p:cNvSpPr/>
              <p:nvPr/>
            </p:nvSpPr>
            <p:spPr>
              <a:xfrm>
                <a:off x="8486280" y="195840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8" name="자유형: 도형 267">
                <a:extLst>
                  <a:ext uri="{FF2B5EF4-FFF2-40B4-BE49-F238E27FC236}">
                    <a16:creationId xmlns:a16="http://schemas.microsoft.com/office/drawing/2014/main" id="{2CFEF849-5239-F6A1-9462-0B515032786A}"/>
                  </a:ext>
                </a:extLst>
              </p:cNvPr>
              <p:cNvSpPr/>
              <p:nvPr/>
            </p:nvSpPr>
            <p:spPr>
              <a:xfrm>
                <a:off x="8486280" y="183204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9" name="자유형: 도형 268">
                <a:extLst>
                  <a:ext uri="{FF2B5EF4-FFF2-40B4-BE49-F238E27FC236}">
                    <a16:creationId xmlns:a16="http://schemas.microsoft.com/office/drawing/2014/main" id="{506776B3-376A-4A2C-3C38-EA6796934A99}"/>
                  </a:ext>
                </a:extLst>
              </p:cNvPr>
              <p:cNvSpPr/>
              <p:nvPr/>
            </p:nvSpPr>
            <p:spPr>
              <a:xfrm>
                <a:off x="8486280" y="171684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70" name="자유형: 도형 269">
              <a:extLst>
                <a:ext uri="{FF2B5EF4-FFF2-40B4-BE49-F238E27FC236}">
                  <a16:creationId xmlns:a16="http://schemas.microsoft.com/office/drawing/2014/main" id="{0A60D1A2-C9D4-CFB2-AFA9-067F9EE7C69E}"/>
                </a:ext>
              </a:extLst>
            </p:cNvPr>
            <p:cNvSpPr/>
            <p:nvPr/>
          </p:nvSpPr>
          <p:spPr>
            <a:xfrm>
              <a:off x="8486280" y="1619640"/>
              <a:ext cx="815040" cy="815040"/>
            </a:xfrm>
            <a:custGeom>
              <a:avLst/>
              <a:gdLst/>
              <a:ahLst/>
              <a:cxnLst/>
              <a:rect l="0" t="0" r="r" b="b"/>
              <a:pathLst>
                <a:path w="2264" h="2264">
                  <a:moveTo>
                    <a:pt x="1933" y="331"/>
                  </a:moveTo>
                  <a:cubicBezTo>
                    <a:pt x="2375" y="774"/>
                    <a:pt x="2375" y="1490"/>
                    <a:pt x="1933" y="1933"/>
                  </a:cubicBezTo>
                  <a:cubicBezTo>
                    <a:pt x="1490" y="2375"/>
                    <a:pt x="774" y="2375"/>
                    <a:pt x="331" y="1933"/>
                  </a:cubicBezTo>
                  <a:cubicBezTo>
                    <a:pt x="-110" y="1490"/>
                    <a:pt x="-110" y="774"/>
                    <a:pt x="331" y="331"/>
                  </a:cubicBezTo>
                  <a:cubicBezTo>
                    <a:pt x="774" y="-110"/>
                    <a:pt x="1490" y="-110"/>
                    <a:pt x="1933" y="331"/>
                  </a:cubicBezTo>
                  <a:close/>
                </a:path>
              </a:pathLst>
            </a:custGeom>
            <a:solidFill>
              <a:srgbClr val="ECE4F9">
                <a:alpha val="60000"/>
              </a:srgbClr>
            </a:solidFill>
            <a:ln w="28440">
              <a:solidFill>
                <a:srgbClr val="5E2BC6"/>
              </a:solidFill>
              <a:miter/>
            </a:ln>
          </p:spPr>
          <p:txBody>
            <a:bodyPr lIns="104040" tIns="59040" rIns="104040" bIns="5904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175B2C96-0662-B83F-0C32-F013DE2875FC}"/>
                </a:ext>
              </a:extLst>
            </p:cNvPr>
            <p:cNvGrpSpPr/>
            <p:nvPr/>
          </p:nvGrpSpPr>
          <p:grpSpPr>
            <a:xfrm>
              <a:off x="8486280" y="1530720"/>
              <a:ext cx="815040" cy="941760"/>
              <a:chOff x="8486280" y="1530720"/>
              <a:chExt cx="815040" cy="941760"/>
            </a:xfrm>
          </p:grpSpPr>
          <p:sp>
            <p:nvSpPr>
              <p:cNvPr id="272" name="자유형: 도형 271">
                <a:extLst>
                  <a:ext uri="{FF2B5EF4-FFF2-40B4-BE49-F238E27FC236}">
                    <a16:creationId xmlns:a16="http://schemas.microsoft.com/office/drawing/2014/main" id="{007BE992-AD20-DAE3-98E3-9FDD1238BBEC}"/>
                  </a:ext>
                </a:extLst>
              </p:cNvPr>
              <p:cNvSpPr/>
              <p:nvPr/>
            </p:nvSpPr>
            <p:spPr>
              <a:xfrm>
                <a:off x="8486280" y="153072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76B6675E-89D0-061C-27BC-7EC47804B947}"/>
                  </a:ext>
                </a:extLst>
              </p:cNvPr>
              <p:cNvSpPr txBox="1"/>
              <p:nvPr/>
            </p:nvSpPr>
            <p:spPr>
              <a:xfrm>
                <a:off x="8532000" y="1755000"/>
                <a:ext cx="723240" cy="7174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b="1" strike="noStrike" spc="-1">
                    <a:solidFill>
                      <a:srgbClr val="5E2BC6"/>
                    </a:solidFill>
                    <a:latin typeface="MaruBuriot-SemiBold"/>
                    <a:ea typeface="MaruBuriot-SemiBold"/>
                  </a:rPr>
                  <a:t>2</a:t>
                </a:r>
                <a:endParaRPr lang="en-US" sz="20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2B2518DD-3255-D07E-3642-28A9DA424C0A}"/>
              </a:ext>
            </a:extLst>
          </p:cNvPr>
          <p:cNvGrpSpPr/>
          <p:nvPr/>
        </p:nvGrpSpPr>
        <p:grpSpPr>
          <a:xfrm>
            <a:off x="7796160" y="2167200"/>
            <a:ext cx="815040" cy="985320"/>
            <a:chOff x="7796160" y="2167200"/>
            <a:chExt cx="815040" cy="985320"/>
          </a:xfrm>
        </p:grpSpPr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C9D30D16-E437-4F70-084D-1F358D122BF1}"/>
                </a:ext>
              </a:extLst>
            </p:cNvPr>
            <p:cNvGrpSpPr/>
            <p:nvPr/>
          </p:nvGrpSpPr>
          <p:grpSpPr>
            <a:xfrm>
              <a:off x="7796160" y="2245680"/>
              <a:ext cx="815040" cy="906840"/>
              <a:chOff x="7796160" y="2245680"/>
              <a:chExt cx="815040" cy="906840"/>
            </a:xfrm>
          </p:grpSpPr>
          <p:sp>
            <p:nvSpPr>
              <p:cNvPr id="276" name="자유형: 도형 275">
                <a:extLst>
                  <a:ext uri="{FF2B5EF4-FFF2-40B4-BE49-F238E27FC236}">
                    <a16:creationId xmlns:a16="http://schemas.microsoft.com/office/drawing/2014/main" id="{065921DF-3D7E-EFBE-B57A-45A45F5F967E}"/>
                  </a:ext>
                </a:extLst>
              </p:cNvPr>
              <p:cNvSpPr/>
              <p:nvPr/>
            </p:nvSpPr>
            <p:spPr>
              <a:xfrm>
                <a:off x="7796160" y="233748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7" name="자유형: 도형 276">
                <a:extLst>
                  <a:ext uri="{FF2B5EF4-FFF2-40B4-BE49-F238E27FC236}">
                    <a16:creationId xmlns:a16="http://schemas.microsoft.com/office/drawing/2014/main" id="{8454B794-E9BA-E054-9F43-2E39023C23DF}"/>
                  </a:ext>
                </a:extLst>
              </p:cNvPr>
              <p:cNvSpPr/>
              <p:nvPr/>
            </p:nvSpPr>
            <p:spPr>
              <a:xfrm>
                <a:off x="7796160" y="224568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78" name="자유형: 도형 277">
              <a:extLst>
                <a:ext uri="{FF2B5EF4-FFF2-40B4-BE49-F238E27FC236}">
                  <a16:creationId xmlns:a16="http://schemas.microsoft.com/office/drawing/2014/main" id="{DC6EC71A-01FE-1C96-8849-BA93A434FF1E}"/>
                </a:ext>
              </a:extLst>
            </p:cNvPr>
            <p:cNvSpPr/>
            <p:nvPr/>
          </p:nvSpPr>
          <p:spPr>
            <a:xfrm>
              <a:off x="7796160" y="2167200"/>
              <a:ext cx="815040" cy="815040"/>
            </a:xfrm>
            <a:custGeom>
              <a:avLst/>
              <a:gdLst/>
              <a:ahLst/>
              <a:cxnLst/>
              <a:rect l="0" t="0" r="r" b="b"/>
              <a:pathLst>
                <a:path w="2264" h="2264">
                  <a:moveTo>
                    <a:pt x="1933" y="331"/>
                  </a:moveTo>
                  <a:cubicBezTo>
                    <a:pt x="2375" y="774"/>
                    <a:pt x="2375" y="1490"/>
                    <a:pt x="1933" y="1933"/>
                  </a:cubicBezTo>
                  <a:cubicBezTo>
                    <a:pt x="1490" y="2375"/>
                    <a:pt x="774" y="2375"/>
                    <a:pt x="331" y="1933"/>
                  </a:cubicBezTo>
                  <a:cubicBezTo>
                    <a:pt x="-110" y="1490"/>
                    <a:pt x="-110" y="774"/>
                    <a:pt x="331" y="331"/>
                  </a:cubicBezTo>
                  <a:cubicBezTo>
                    <a:pt x="774" y="-110"/>
                    <a:pt x="1490" y="-110"/>
                    <a:pt x="1933" y="331"/>
                  </a:cubicBezTo>
                  <a:close/>
                </a:path>
              </a:pathLst>
            </a:custGeom>
            <a:solidFill>
              <a:srgbClr val="ECE4F9">
                <a:alpha val="60000"/>
              </a:srgbClr>
            </a:solidFill>
            <a:ln w="28440">
              <a:solidFill>
                <a:srgbClr val="5E2BC6"/>
              </a:solidFill>
              <a:miter/>
            </a:ln>
          </p:spPr>
          <p:txBody>
            <a:bodyPr lIns="104040" tIns="59040" rIns="104040" bIns="5904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D282706F-3AD2-721A-061E-196A1F91E406}"/>
                </a:ext>
              </a:extLst>
            </p:cNvPr>
            <p:cNvSpPr txBox="1"/>
            <p:nvPr/>
          </p:nvSpPr>
          <p:spPr>
            <a:xfrm>
              <a:off x="7841880" y="2365560"/>
              <a:ext cx="723240" cy="7174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b="1" strike="noStrike" spc="-1">
                  <a:solidFill>
                    <a:srgbClr val="5E2BC6"/>
                  </a:solidFill>
                  <a:latin typeface="MaruBuriot-SemiBold"/>
                  <a:ea typeface="MaruBuriot-SemiBold"/>
                </a:rPr>
                <a:t>2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C902F0DE-1317-778B-7FC1-5AD93821AAB1}"/>
              </a:ext>
            </a:extLst>
          </p:cNvPr>
          <p:cNvGrpSpPr/>
          <p:nvPr/>
        </p:nvGrpSpPr>
        <p:grpSpPr>
          <a:xfrm>
            <a:off x="9176760" y="1846080"/>
            <a:ext cx="2082960" cy="1976760"/>
            <a:chOff x="9176760" y="1846080"/>
            <a:chExt cx="2082960" cy="1976760"/>
          </a:xfrm>
        </p:grpSpPr>
        <p:grpSp>
          <p:nvGrpSpPr>
            <p:cNvPr id="281" name="그룹 280">
              <a:extLst>
                <a:ext uri="{FF2B5EF4-FFF2-40B4-BE49-F238E27FC236}">
                  <a16:creationId xmlns:a16="http://schemas.microsoft.com/office/drawing/2014/main" id="{B48BCD9A-0701-EA0B-EE52-154C041E31CA}"/>
                </a:ext>
              </a:extLst>
            </p:cNvPr>
            <p:cNvGrpSpPr/>
            <p:nvPr/>
          </p:nvGrpSpPr>
          <p:grpSpPr>
            <a:xfrm>
              <a:off x="9176760" y="2455200"/>
              <a:ext cx="1063800" cy="1063800"/>
              <a:chOff x="9176760" y="2455200"/>
              <a:chExt cx="1063800" cy="1063800"/>
            </a:xfrm>
          </p:grpSpPr>
          <p:sp>
            <p:nvSpPr>
              <p:cNvPr id="282" name="자유형: 도형 281">
                <a:extLst>
                  <a:ext uri="{FF2B5EF4-FFF2-40B4-BE49-F238E27FC236}">
                    <a16:creationId xmlns:a16="http://schemas.microsoft.com/office/drawing/2014/main" id="{5D3ACA00-84DE-24BE-FFC8-423706B314B6}"/>
                  </a:ext>
                </a:extLst>
              </p:cNvPr>
              <p:cNvSpPr/>
              <p:nvPr/>
            </p:nvSpPr>
            <p:spPr>
              <a:xfrm>
                <a:off x="9176760" y="245520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96F6EADB-A7E8-705F-D6F6-5ED5525A1923}"/>
                </a:ext>
              </a:extLst>
            </p:cNvPr>
            <p:cNvGrpSpPr/>
            <p:nvPr/>
          </p:nvGrpSpPr>
          <p:grpSpPr>
            <a:xfrm>
              <a:off x="9176760" y="2328840"/>
              <a:ext cx="1063800" cy="1063800"/>
              <a:chOff x="9176760" y="2328840"/>
              <a:chExt cx="1063800" cy="1063800"/>
            </a:xfrm>
          </p:grpSpPr>
          <p:sp>
            <p:nvSpPr>
              <p:cNvPr id="284" name="자유형: 도형 283">
                <a:extLst>
                  <a:ext uri="{FF2B5EF4-FFF2-40B4-BE49-F238E27FC236}">
                    <a16:creationId xmlns:a16="http://schemas.microsoft.com/office/drawing/2014/main" id="{DFAB38D8-EC20-CECA-1DE6-B3B1F7472D63}"/>
                  </a:ext>
                </a:extLst>
              </p:cNvPr>
              <p:cNvSpPr/>
              <p:nvPr/>
            </p:nvSpPr>
            <p:spPr>
              <a:xfrm>
                <a:off x="9176760" y="232884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85" name="그룹 284">
              <a:extLst>
                <a:ext uri="{FF2B5EF4-FFF2-40B4-BE49-F238E27FC236}">
                  <a16:creationId xmlns:a16="http://schemas.microsoft.com/office/drawing/2014/main" id="{A08B8D0E-68F2-2E1D-BBFF-DD20B42F53FE}"/>
                </a:ext>
              </a:extLst>
            </p:cNvPr>
            <p:cNvGrpSpPr/>
            <p:nvPr/>
          </p:nvGrpSpPr>
          <p:grpSpPr>
            <a:xfrm>
              <a:off x="9176760" y="2190960"/>
              <a:ext cx="1063800" cy="1063800"/>
              <a:chOff x="9176760" y="2190960"/>
              <a:chExt cx="1063800" cy="1063800"/>
            </a:xfrm>
          </p:grpSpPr>
          <p:sp>
            <p:nvSpPr>
              <p:cNvPr id="286" name="자유형: 도형 285">
                <a:extLst>
                  <a:ext uri="{FF2B5EF4-FFF2-40B4-BE49-F238E27FC236}">
                    <a16:creationId xmlns:a16="http://schemas.microsoft.com/office/drawing/2014/main" id="{47338F71-56EA-3E7C-B7B6-E21C44487908}"/>
                  </a:ext>
                </a:extLst>
              </p:cNvPr>
              <p:cNvSpPr/>
              <p:nvPr/>
            </p:nvSpPr>
            <p:spPr>
              <a:xfrm>
                <a:off x="9176760" y="219096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87" name="그룹 286">
              <a:extLst>
                <a:ext uri="{FF2B5EF4-FFF2-40B4-BE49-F238E27FC236}">
                  <a16:creationId xmlns:a16="http://schemas.microsoft.com/office/drawing/2014/main" id="{AE054DF4-2FE7-4B1D-6433-0775182120D5}"/>
                </a:ext>
              </a:extLst>
            </p:cNvPr>
            <p:cNvGrpSpPr/>
            <p:nvPr/>
          </p:nvGrpSpPr>
          <p:grpSpPr>
            <a:xfrm>
              <a:off x="9176760" y="2041560"/>
              <a:ext cx="1063800" cy="1063800"/>
              <a:chOff x="9176760" y="2041560"/>
              <a:chExt cx="1063800" cy="1063800"/>
            </a:xfrm>
          </p:grpSpPr>
          <p:sp>
            <p:nvSpPr>
              <p:cNvPr id="288" name="자유형: 도형 287">
                <a:extLst>
                  <a:ext uri="{FF2B5EF4-FFF2-40B4-BE49-F238E27FC236}">
                    <a16:creationId xmlns:a16="http://schemas.microsoft.com/office/drawing/2014/main" id="{268C02DC-48BA-A573-A684-A84F25CC319D}"/>
                  </a:ext>
                </a:extLst>
              </p:cNvPr>
              <p:cNvSpPr/>
              <p:nvPr/>
            </p:nvSpPr>
            <p:spPr>
              <a:xfrm>
                <a:off x="9176760" y="204156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89" name="그룹 288">
              <a:extLst>
                <a:ext uri="{FF2B5EF4-FFF2-40B4-BE49-F238E27FC236}">
                  <a16:creationId xmlns:a16="http://schemas.microsoft.com/office/drawing/2014/main" id="{9BCE1B1C-9D07-C5BD-23DB-F4FA514082F2}"/>
                </a:ext>
              </a:extLst>
            </p:cNvPr>
            <p:cNvGrpSpPr/>
            <p:nvPr/>
          </p:nvGrpSpPr>
          <p:grpSpPr>
            <a:xfrm>
              <a:off x="9176760" y="1927080"/>
              <a:ext cx="1063800" cy="1063800"/>
              <a:chOff x="9176760" y="1927080"/>
              <a:chExt cx="1063800" cy="1063800"/>
            </a:xfrm>
          </p:grpSpPr>
          <p:sp>
            <p:nvSpPr>
              <p:cNvPr id="290" name="자유형: 도형 289">
                <a:extLst>
                  <a:ext uri="{FF2B5EF4-FFF2-40B4-BE49-F238E27FC236}">
                    <a16:creationId xmlns:a16="http://schemas.microsoft.com/office/drawing/2014/main" id="{134D70F9-9582-51C0-0602-44449E065522}"/>
                  </a:ext>
                </a:extLst>
              </p:cNvPr>
              <p:cNvSpPr/>
              <p:nvPr/>
            </p:nvSpPr>
            <p:spPr>
              <a:xfrm>
                <a:off x="9176760" y="192708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91" name="그룹 290">
              <a:extLst>
                <a:ext uri="{FF2B5EF4-FFF2-40B4-BE49-F238E27FC236}">
                  <a16:creationId xmlns:a16="http://schemas.microsoft.com/office/drawing/2014/main" id="{285855B3-AE75-01FA-BD9A-8202D31F26F8}"/>
                </a:ext>
              </a:extLst>
            </p:cNvPr>
            <p:cNvGrpSpPr/>
            <p:nvPr/>
          </p:nvGrpSpPr>
          <p:grpSpPr>
            <a:xfrm>
              <a:off x="9176760" y="1846080"/>
              <a:ext cx="1063800" cy="1224720"/>
              <a:chOff x="9176760" y="1846080"/>
              <a:chExt cx="1063800" cy="1224720"/>
            </a:xfrm>
          </p:grpSpPr>
          <p:sp>
            <p:nvSpPr>
              <p:cNvPr id="292" name="자유형: 도형 291">
                <a:extLst>
                  <a:ext uri="{FF2B5EF4-FFF2-40B4-BE49-F238E27FC236}">
                    <a16:creationId xmlns:a16="http://schemas.microsoft.com/office/drawing/2014/main" id="{85C7AB47-2A9A-5854-4B9A-03D1534675CB}"/>
                  </a:ext>
                </a:extLst>
              </p:cNvPr>
              <p:cNvSpPr/>
              <p:nvPr/>
            </p:nvSpPr>
            <p:spPr>
              <a:xfrm>
                <a:off x="9176760" y="184608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0C62861A-9BC3-2EB2-07C2-14B2590068DF}"/>
                  </a:ext>
                </a:extLst>
              </p:cNvPr>
              <p:cNvSpPr txBox="1"/>
              <p:nvPr/>
            </p:nvSpPr>
            <p:spPr>
              <a:xfrm>
                <a:off x="9236160" y="2134440"/>
                <a:ext cx="943920" cy="9363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800" b="1" strike="noStrike" spc="-1">
                    <a:solidFill>
                      <a:srgbClr val="5E2BC6"/>
                    </a:solidFill>
                    <a:latin typeface="MaruBuriot-SemiBold"/>
                    <a:ea typeface="MaruBuriot-SemiBold"/>
                  </a:rPr>
                  <a:t>5</a:t>
                </a:r>
                <a:endParaRPr lang="en-US" sz="2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94" name="그룹 293">
              <a:extLst>
                <a:ext uri="{FF2B5EF4-FFF2-40B4-BE49-F238E27FC236}">
                  <a16:creationId xmlns:a16="http://schemas.microsoft.com/office/drawing/2014/main" id="{6232F2C3-5DF0-237F-63AE-97F92D4BB803}"/>
                </a:ext>
              </a:extLst>
            </p:cNvPr>
            <p:cNvGrpSpPr/>
            <p:nvPr/>
          </p:nvGrpSpPr>
          <p:grpSpPr>
            <a:xfrm>
              <a:off x="10195920" y="2598120"/>
              <a:ext cx="1063800" cy="1224720"/>
              <a:chOff x="10195920" y="2598120"/>
              <a:chExt cx="1063800" cy="1224720"/>
            </a:xfrm>
          </p:grpSpPr>
          <p:grpSp>
            <p:nvGrpSpPr>
              <p:cNvPr id="295" name="그룹 294">
                <a:extLst>
                  <a:ext uri="{FF2B5EF4-FFF2-40B4-BE49-F238E27FC236}">
                    <a16:creationId xmlns:a16="http://schemas.microsoft.com/office/drawing/2014/main" id="{2CB75C1C-740F-F64E-4656-CE985886CC23}"/>
                  </a:ext>
                </a:extLst>
              </p:cNvPr>
              <p:cNvGrpSpPr/>
              <p:nvPr/>
            </p:nvGrpSpPr>
            <p:grpSpPr>
              <a:xfrm>
                <a:off x="10195920" y="2679120"/>
                <a:ext cx="1063800" cy="1063800"/>
                <a:chOff x="10195920" y="2679120"/>
                <a:chExt cx="1063800" cy="1063800"/>
              </a:xfrm>
            </p:grpSpPr>
            <p:sp>
              <p:nvSpPr>
                <p:cNvPr id="296" name="자유형: 도형 295">
                  <a:extLst>
                    <a:ext uri="{FF2B5EF4-FFF2-40B4-BE49-F238E27FC236}">
                      <a16:creationId xmlns:a16="http://schemas.microsoft.com/office/drawing/2014/main" id="{B74D781C-54E4-B31D-825F-FDE8B3525295}"/>
                    </a:ext>
                  </a:extLst>
                </p:cNvPr>
                <p:cNvSpPr/>
                <p:nvPr/>
              </p:nvSpPr>
              <p:spPr>
                <a:xfrm>
                  <a:off x="10195920" y="2679120"/>
                  <a:ext cx="1063800" cy="10638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955" h="2955">
                      <a:moveTo>
                        <a:pt x="2522" y="432"/>
                      </a:moveTo>
                      <a:cubicBezTo>
                        <a:pt x="3099" y="1010"/>
                        <a:pt x="3099" y="1944"/>
                        <a:pt x="2522" y="2522"/>
                      </a:cubicBezTo>
                      <a:cubicBezTo>
                        <a:pt x="1944" y="3099"/>
                        <a:pt x="1010" y="3099"/>
                        <a:pt x="432" y="2522"/>
                      </a:cubicBezTo>
                      <a:cubicBezTo>
                        <a:pt x="-144" y="1944"/>
                        <a:pt x="-144" y="1010"/>
                        <a:pt x="432" y="432"/>
                      </a:cubicBezTo>
                      <a:cubicBezTo>
                        <a:pt x="1010" y="-144"/>
                        <a:pt x="1944" y="-144"/>
                        <a:pt x="2522" y="432"/>
                      </a:cubicBezTo>
                      <a:close/>
                    </a:path>
                  </a:pathLst>
                </a:custGeom>
                <a:solidFill>
                  <a:srgbClr val="ECE4F9">
                    <a:alpha val="60000"/>
                  </a:srgbClr>
                </a:solidFill>
                <a:ln w="28440">
                  <a:solidFill>
                    <a:srgbClr val="5E2BC6"/>
                  </a:solidFill>
                  <a:miter/>
                </a:ln>
              </p:spPr>
              <p:txBody>
                <a:bodyPr lIns="104040" tIns="59040" rIns="104040" bIns="5904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297" name="그룹 296">
                <a:extLst>
                  <a:ext uri="{FF2B5EF4-FFF2-40B4-BE49-F238E27FC236}">
                    <a16:creationId xmlns:a16="http://schemas.microsoft.com/office/drawing/2014/main" id="{A75E8BE9-DC68-21ED-2433-30EA6A1F7240}"/>
                  </a:ext>
                </a:extLst>
              </p:cNvPr>
              <p:cNvGrpSpPr/>
              <p:nvPr/>
            </p:nvGrpSpPr>
            <p:grpSpPr>
              <a:xfrm>
                <a:off x="10195920" y="2598120"/>
                <a:ext cx="1063800" cy="1224720"/>
                <a:chOff x="10195920" y="2598120"/>
                <a:chExt cx="1063800" cy="1224720"/>
              </a:xfrm>
            </p:grpSpPr>
            <p:sp>
              <p:nvSpPr>
                <p:cNvPr id="298" name="자유형: 도형 297">
                  <a:extLst>
                    <a:ext uri="{FF2B5EF4-FFF2-40B4-BE49-F238E27FC236}">
                      <a16:creationId xmlns:a16="http://schemas.microsoft.com/office/drawing/2014/main" id="{DEE791E7-6EA0-E9A7-0C9D-36133FD73257}"/>
                    </a:ext>
                  </a:extLst>
                </p:cNvPr>
                <p:cNvSpPr/>
                <p:nvPr/>
              </p:nvSpPr>
              <p:spPr>
                <a:xfrm>
                  <a:off x="10195920" y="2598120"/>
                  <a:ext cx="1063800" cy="10638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955" h="2955">
                      <a:moveTo>
                        <a:pt x="2522" y="432"/>
                      </a:moveTo>
                      <a:cubicBezTo>
                        <a:pt x="3099" y="1010"/>
                        <a:pt x="3099" y="1944"/>
                        <a:pt x="2522" y="2522"/>
                      </a:cubicBezTo>
                      <a:cubicBezTo>
                        <a:pt x="1944" y="3099"/>
                        <a:pt x="1010" y="3099"/>
                        <a:pt x="432" y="2522"/>
                      </a:cubicBezTo>
                      <a:cubicBezTo>
                        <a:pt x="-144" y="1944"/>
                        <a:pt x="-144" y="1010"/>
                        <a:pt x="432" y="432"/>
                      </a:cubicBezTo>
                      <a:cubicBezTo>
                        <a:pt x="1010" y="-144"/>
                        <a:pt x="1944" y="-144"/>
                        <a:pt x="2522" y="432"/>
                      </a:cubicBezTo>
                      <a:close/>
                    </a:path>
                  </a:pathLst>
                </a:custGeom>
                <a:solidFill>
                  <a:srgbClr val="ECE4F9">
                    <a:alpha val="60000"/>
                  </a:srgbClr>
                </a:solidFill>
                <a:ln w="28440">
                  <a:solidFill>
                    <a:srgbClr val="5E2BC6"/>
                  </a:solidFill>
                  <a:miter/>
                </a:ln>
              </p:spPr>
              <p:txBody>
                <a:bodyPr lIns="104040" tIns="59040" rIns="104040" bIns="5904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9" name="TextBox 298">
                  <a:extLst>
                    <a:ext uri="{FF2B5EF4-FFF2-40B4-BE49-F238E27FC236}">
                      <a16:creationId xmlns:a16="http://schemas.microsoft.com/office/drawing/2014/main" id="{A9E412F3-5538-E51A-4366-C89C2379A3E2}"/>
                    </a:ext>
                  </a:extLst>
                </p:cNvPr>
                <p:cNvSpPr txBox="1"/>
                <p:nvPr/>
              </p:nvSpPr>
              <p:spPr>
                <a:xfrm>
                  <a:off x="10255680" y="2886480"/>
                  <a:ext cx="943920" cy="936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90000" tIns="45000" rIns="90000" bIns="45000" anchor="t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2800" b="1" strike="noStrike" spc="-1">
                      <a:solidFill>
                        <a:srgbClr val="5E2BC6"/>
                      </a:solidFill>
                      <a:latin typeface="MaruBuriot-SemiBold"/>
                      <a:ea typeface="MaruBuriot-SemiBold"/>
                    </a:rPr>
                    <a:t>5</a:t>
                  </a:r>
                  <a:endParaRPr lang="en-US" sz="28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00" name="TextBox 299">
            <a:extLst>
              <a:ext uri="{FF2B5EF4-FFF2-40B4-BE49-F238E27FC236}">
                <a16:creationId xmlns:a16="http://schemas.microsoft.com/office/drawing/2014/main" id="{F8EBCCB7-4943-8595-1102-F528FD67BDDB}"/>
              </a:ext>
            </a:extLst>
          </p:cNvPr>
          <p:cNvSpPr txBox="1"/>
          <p:nvPr/>
        </p:nvSpPr>
        <p:spPr>
          <a:xfrm>
            <a:off x="879120" y="3278520"/>
            <a:ext cx="188820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&lt;</a:t>
            </a:r>
            <a:r>
              <a:rPr lang="zh-CN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풀이</a:t>
            </a:r>
            <a:r>
              <a:rPr lang="en-US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&gt;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A9654D86-E63A-ECB6-82FD-098BE0835D14}"/>
              </a:ext>
            </a:extLst>
          </p:cNvPr>
          <p:cNvSpPr txBox="1"/>
          <p:nvPr/>
        </p:nvSpPr>
        <p:spPr>
          <a:xfrm>
            <a:off x="1006920" y="3657960"/>
            <a:ext cx="6591240" cy="281093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571500" indent="-342900">
              <a:lnSpc>
                <a:spcPct val="150000"/>
              </a:lnSpc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zh-CN" sz="16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직관적으로 생각했을 때</a:t>
            </a:r>
            <a:r>
              <a:rPr lang="en-US" sz="16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, 5</a:t>
            </a:r>
            <a:r>
              <a:rPr lang="zh-CN" sz="16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원짜리 동전을 많이 쓸수록 동전의 개수가 적어질 것이다</a:t>
            </a:r>
            <a:r>
              <a:rPr lang="en-US" sz="16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571500" indent="-342900">
              <a:lnSpc>
                <a:spcPct val="150000"/>
              </a:lnSpc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zh-CN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그렇다면 가능한 한 </a:t>
            </a:r>
            <a:r>
              <a:rPr lang="ko-KR" altLang="en-US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적게</a:t>
            </a:r>
            <a:r>
              <a:rPr lang="zh-CN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 </a:t>
            </a:r>
            <a:r>
              <a:rPr lang="en-US" altLang="zh-CN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2</a:t>
            </a:r>
            <a:r>
              <a:rPr lang="zh-CN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원짜리 동전을 사용</a:t>
            </a:r>
            <a:r>
              <a:rPr lang="ko-KR" altLang="en-US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해보고</a:t>
            </a:r>
            <a:r>
              <a:rPr lang="en-US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, </a:t>
            </a:r>
            <a:br>
              <a:rPr lang="en-US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</a:br>
            <a:r>
              <a:rPr lang="en-US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5</a:t>
            </a:r>
            <a:r>
              <a:rPr lang="zh-CN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원짜리 동전을 </a:t>
            </a:r>
            <a:r>
              <a:rPr lang="ko-KR" altLang="en-US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최대한 많이 써 볼까</a:t>
            </a:r>
            <a:r>
              <a:rPr lang="en-US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?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E00258-E68A-D8F1-CDF9-EDF45861E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867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그룹 258"/>
          <p:cNvGrpSpPr/>
          <p:nvPr/>
        </p:nvGrpSpPr>
        <p:grpSpPr>
          <a:xfrm>
            <a:off x="722880" y="577440"/>
            <a:ext cx="2735640" cy="1005480"/>
            <a:chOff x="722880" y="577440"/>
            <a:chExt cx="2735640" cy="1005480"/>
          </a:xfrm>
        </p:grpSpPr>
        <p:sp>
          <p:nvSpPr>
            <p:cNvPr id="260" name="자유형: 도형 259"/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879120" y="1050480"/>
              <a:ext cx="2449800" cy="53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 - </a:t>
              </a:r>
              <a:r>
                <a:rPr lang="zh-CN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동작 원리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3" name="TextBox 262"/>
          <p:cNvSpPr txBox="1"/>
          <p:nvPr/>
        </p:nvSpPr>
        <p:spPr>
          <a:xfrm>
            <a:off x="879120" y="1587240"/>
            <a:ext cx="188820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&lt;</a:t>
            </a:r>
            <a:r>
              <a:rPr lang="zh-CN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예시 문제</a:t>
            </a:r>
            <a:r>
              <a:rPr lang="en-US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&gt;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1006920" y="1940760"/>
            <a:ext cx="6591240" cy="140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2</a:t>
            </a:r>
            <a:r>
              <a:rPr lang="zh-CN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원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짜리 동전과 </a:t>
            </a:r>
            <a:r>
              <a:rPr lang="en-US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5</a:t>
            </a:r>
            <a:r>
              <a:rPr lang="zh-CN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원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짜리 동전만을 사용해서 거슬러주어야 할 돈 </a:t>
            </a:r>
            <a:r>
              <a:rPr lang="en-US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n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원이 주어졌을 때 거슬러주어야 하는 동전의 </a:t>
            </a:r>
            <a:r>
              <a:rPr lang="zh-CN" sz="1600" b="0" strike="noStrike" spc="-1">
                <a:solidFill>
                  <a:srgbClr val="5E2BC6"/>
                </a:solidFill>
                <a:latin typeface="MaruBuriot-Regular"/>
                <a:ea typeface="MaruBuriot-Regular"/>
              </a:rPr>
              <a:t>최소 개수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를 구하여라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(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단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, 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각 동전들의 개수는 충분히 많다고 가정한다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.)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5" name="그룹 264"/>
          <p:cNvGrpSpPr/>
          <p:nvPr/>
        </p:nvGrpSpPr>
        <p:grpSpPr>
          <a:xfrm>
            <a:off x="8486280" y="1530720"/>
            <a:ext cx="815040" cy="1242720"/>
            <a:chOff x="8486280" y="1530720"/>
            <a:chExt cx="815040" cy="1242720"/>
          </a:xfrm>
        </p:grpSpPr>
        <p:grpSp>
          <p:nvGrpSpPr>
            <p:cNvPr id="266" name="그룹 265"/>
            <p:cNvGrpSpPr/>
            <p:nvPr/>
          </p:nvGrpSpPr>
          <p:grpSpPr>
            <a:xfrm>
              <a:off x="8486280" y="1716840"/>
              <a:ext cx="815040" cy="1056600"/>
              <a:chOff x="8486280" y="1716840"/>
              <a:chExt cx="815040" cy="1056600"/>
            </a:xfrm>
          </p:grpSpPr>
          <p:sp>
            <p:nvSpPr>
              <p:cNvPr id="267" name="자유형: 도형 266"/>
              <p:cNvSpPr/>
              <p:nvPr/>
            </p:nvSpPr>
            <p:spPr>
              <a:xfrm>
                <a:off x="8486280" y="195840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8" name="자유형: 도형 267"/>
              <p:cNvSpPr/>
              <p:nvPr/>
            </p:nvSpPr>
            <p:spPr>
              <a:xfrm>
                <a:off x="8486280" y="183204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9" name="자유형: 도형 268"/>
              <p:cNvSpPr/>
              <p:nvPr/>
            </p:nvSpPr>
            <p:spPr>
              <a:xfrm>
                <a:off x="8486280" y="171684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70" name="자유형: 도형 269"/>
            <p:cNvSpPr/>
            <p:nvPr/>
          </p:nvSpPr>
          <p:spPr>
            <a:xfrm>
              <a:off x="8486280" y="1619640"/>
              <a:ext cx="815040" cy="815040"/>
            </a:xfrm>
            <a:custGeom>
              <a:avLst/>
              <a:gdLst/>
              <a:ahLst/>
              <a:cxnLst/>
              <a:rect l="0" t="0" r="r" b="b"/>
              <a:pathLst>
                <a:path w="2264" h="2264">
                  <a:moveTo>
                    <a:pt x="1933" y="331"/>
                  </a:moveTo>
                  <a:cubicBezTo>
                    <a:pt x="2375" y="774"/>
                    <a:pt x="2375" y="1490"/>
                    <a:pt x="1933" y="1933"/>
                  </a:cubicBezTo>
                  <a:cubicBezTo>
                    <a:pt x="1490" y="2375"/>
                    <a:pt x="774" y="2375"/>
                    <a:pt x="331" y="1933"/>
                  </a:cubicBezTo>
                  <a:cubicBezTo>
                    <a:pt x="-110" y="1490"/>
                    <a:pt x="-110" y="774"/>
                    <a:pt x="331" y="331"/>
                  </a:cubicBezTo>
                  <a:cubicBezTo>
                    <a:pt x="774" y="-110"/>
                    <a:pt x="1490" y="-110"/>
                    <a:pt x="1933" y="331"/>
                  </a:cubicBezTo>
                  <a:close/>
                </a:path>
              </a:pathLst>
            </a:custGeom>
            <a:solidFill>
              <a:srgbClr val="ECE4F9">
                <a:alpha val="60000"/>
              </a:srgbClr>
            </a:solidFill>
            <a:ln w="28440">
              <a:solidFill>
                <a:srgbClr val="5E2BC6"/>
              </a:solidFill>
              <a:miter/>
            </a:ln>
          </p:spPr>
          <p:txBody>
            <a:bodyPr lIns="104040" tIns="59040" rIns="104040" bIns="5904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71" name="그룹 270"/>
            <p:cNvGrpSpPr/>
            <p:nvPr/>
          </p:nvGrpSpPr>
          <p:grpSpPr>
            <a:xfrm>
              <a:off x="8486280" y="1530720"/>
              <a:ext cx="815040" cy="941760"/>
              <a:chOff x="8486280" y="1530720"/>
              <a:chExt cx="815040" cy="941760"/>
            </a:xfrm>
          </p:grpSpPr>
          <p:sp>
            <p:nvSpPr>
              <p:cNvPr id="272" name="자유형: 도형 271"/>
              <p:cNvSpPr/>
              <p:nvPr/>
            </p:nvSpPr>
            <p:spPr>
              <a:xfrm>
                <a:off x="8486280" y="153072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3" name="TextBox 272"/>
              <p:cNvSpPr txBox="1"/>
              <p:nvPr/>
            </p:nvSpPr>
            <p:spPr>
              <a:xfrm>
                <a:off x="8532000" y="1755000"/>
                <a:ext cx="723240" cy="7174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b="1" strike="noStrike" spc="-1">
                    <a:solidFill>
                      <a:srgbClr val="5E2BC6"/>
                    </a:solidFill>
                    <a:latin typeface="MaruBuriot-SemiBold"/>
                    <a:ea typeface="MaruBuriot-SemiBold"/>
                  </a:rPr>
                  <a:t>2</a:t>
                </a:r>
                <a:endParaRPr lang="en-US" sz="20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274" name="그룹 273"/>
          <p:cNvGrpSpPr/>
          <p:nvPr/>
        </p:nvGrpSpPr>
        <p:grpSpPr>
          <a:xfrm>
            <a:off x="7796160" y="2167200"/>
            <a:ext cx="815040" cy="985320"/>
            <a:chOff x="7796160" y="2167200"/>
            <a:chExt cx="815040" cy="985320"/>
          </a:xfrm>
        </p:grpSpPr>
        <p:grpSp>
          <p:nvGrpSpPr>
            <p:cNvPr id="275" name="그룹 274"/>
            <p:cNvGrpSpPr/>
            <p:nvPr/>
          </p:nvGrpSpPr>
          <p:grpSpPr>
            <a:xfrm>
              <a:off x="7796160" y="2245680"/>
              <a:ext cx="815040" cy="906840"/>
              <a:chOff x="7796160" y="2245680"/>
              <a:chExt cx="815040" cy="906840"/>
            </a:xfrm>
          </p:grpSpPr>
          <p:sp>
            <p:nvSpPr>
              <p:cNvPr id="276" name="자유형: 도형 275"/>
              <p:cNvSpPr/>
              <p:nvPr/>
            </p:nvSpPr>
            <p:spPr>
              <a:xfrm>
                <a:off x="7796160" y="233748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7" name="자유형: 도형 276"/>
              <p:cNvSpPr/>
              <p:nvPr/>
            </p:nvSpPr>
            <p:spPr>
              <a:xfrm>
                <a:off x="7796160" y="2245680"/>
                <a:ext cx="815040" cy="815040"/>
              </a:xfrm>
              <a:custGeom>
                <a:avLst/>
                <a:gdLst/>
                <a:ahLst/>
                <a:cxnLst/>
                <a:rect l="0" t="0" r="r" b="b"/>
                <a:pathLst>
                  <a:path w="2264" h="2264">
                    <a:moveTo>
                      <a:pt x="1933" y="331"/>
                    </a:moveTo>
                    <a:cubicBezTo>
                      <a:pt x="2375" y="774"/>
                      <a:pt x="2375" y="1490"/>
                      <a:pt x="1933" y="1933"/>
                    </a:cubicBezTo>
                    <a:cubicBezTo>
                      <a:pt x="1490" y="2375"/>
                      <a:pt x="774" y="2375"/>
                      <a:pt x="331" y="1933"/>
                    </a:cubicBezTo>
                    <a:cubicBezTo>
                      <a:pt x="-110" y="1490"/>
                      <a:pt x="-110" y="774"/>
                      <a:pt x="331" y="331"/>
                    </a:cubicBezTo>
                    <a:cubicBezTo>
                      <a:pt x="774" y="-110"/>
                      <a:pt x="1490" y="-110"/>
                      <a:pt x="1933" y="331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78" name="자유형: 도형 277"/>
            <p:cNvSpPr/>
            <p:nvPr/>
          </p:nvSpPr>
          <p:spPr>
            <a:xfrm>
              <a:off x="7796160" y="2167200"/>
              <a:ext cx="815040" cy="815040"/>
            </a:xfrm>
            <a:custGeom>
              <a:avLst/>
              <a:gdLst/>
              <a:ahLst/>
              <a:cxnLst/>
              <a:rect l="0" t="0" r="r" b="b"/>
              <a:pathLst>
                <a:path w="2264" h="2264">
                  <a:moveTo>
                    <a:pt x="1933" y="331"/>
                  </a:moveTo>
                  <a:cubicBezTo>
                    <a:pt x="2375" y="774"/>
                    <a:pt x="2375" y="1490"/>
                    <a:pt x="1933" y="1933"/>
                  </a:cubicBezTo>
                  <a:cubicBezTo>
                    <a:pt x="1490" y="2375"/>
                    <a:pt x="774" y="2375"/>
                    <a:pt x="331" y="1933"/>
                  </a:cubicBezTo>
                  <a:cubicBezTo>
                    <a:pt x="-110" y="1490"/>
                    <a:pt x="-110" y="774"/>
                    <a:pt x="331" y="331"/>
                  </a:cubicBezTo>
                  <a:cubicBezTo>
                    <a:pt x="774" y="-110"/>
                    <a:pt x="1490" y="-110"/>
                    <a:pt x="1933" y="331"/>
                  </a:cubicBezTo>
                  <a:close/>
                </a:path>
              </a:pathLst>
            </a:custGeom>
            <a:solidFill>
              <a:srgbClr val="ECE4F9">
                <a:alpha val="60000"/>
              </a:srgbClr>
            </a:solidFill>
            <a:ln w="28440">
              <a:solidFill>
                <a:srgbClr val="5E2BC6"/>
              </a:solidFill>
              <a:miter/>
            </a:ln>
          </p:spPr>
          <p:txBody>
            <a:bodyPr lIns="104040" tIns="59040" rIns="104040" bIns="5904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7841880" y="2365560"/>
              <a:ext cx="723240" cy="7174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000" b="1" strike="noStrike" spc="-1">
                  <a:solidFill>
                    <a:srgbClr val="5E2BC6"/>
                  </a:solidFill>
                  <a:latin typeface="MaruBuriot-SemiBold"/>
                  <a:ea typeface="MaruBuriot-SemiBold"/>
                </a:rPr>
                <a:t>2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" name="그룹 279"/>
          <p:cNvGrpSpPr/>
          <p:nvPr/>
        </p:nvGrpSpPr>
        <p:grpSpPr>
          <a:xfrm>
            <a:off x="9176760" y="1846080"/>
            <a:ext cx="2082960" cy="1976760"/>
            <a:chOff x="9176760" y="1846080"/>
            <a:chExt cx="2082960" cy="1976760"/>
          </a:xfrm>
        </p:grpSpPr>
        <p:grpSp>
          <p:nvGrpSpPr>
            <p:cNvPr id="281" name="그룹 280"/>
            <p:cNvGrpSpPr/>
            <p:nvPr/>
          </p:nvGrpSpPr>
          <p:grpSpPr>
            <a:xfrm>
              <a:off x="9176760" y="2455200"/>
              <a:ext cx="1063800" cy="1063800"/>
              <a:chOff x="9176760" y="2455200"/>
              <a:chExt cx="1063800" cy="1063800"/>
            </a:xfrm>
          </p:grpSpPr>
          <p:sp>
            <p:nvSpPr>
              <p:cNvPr id="282" name="자유형: 도형 281"/>
              <p:cNvSpPr/>
              <p:nvPr/>
            </p:nvSpPr>
            <p:spPr>
              <a:xfrm>
                <a:off x="9176760" y="245520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83" name="그룹 282"/>
            <p:cNvGrpSpPr/>
            <p:nvPr/>
          </p:nvGrpSpPr>
          <p:grpSpPr>
            <a:xfrm>
              <a:off x="9176760" y="2328840"/>
              <a:ext cx="1063800" cy="1063800"/>
              <a:chOff x="9176760" y="2328840"/>
              <a:chExt cx="1063800" cy="1063800"/>
            </a:xfrm>
          </p:grpSpPr>
          <p:sp>
            <p:nvSpPr>
              <p:cNvPr id="284" name="자유형: 도형 283"/>
              <p:cNvSpPr/>
              <p:nvPr/>
            </p:nvSpPr>
            <p:spPr>
              <a:xfrm>
                <a:off x="9176760" y="232884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85" name="그룹 284"/>
            <p:cNvGrpSpPr/>
            <p:nvPr/>
          </p:nvGrpSpPr>
          <p:grpSpPr>
            <a:xfrm>
              <a:off x="9176760" y="2190960"/>
              <a:ext cx="1063800" cy="1063800"/>
              <a:chOff x="9176760" y="2190960"/>
              <a:chExt cx="1063800" cy="1063800"/>
            </a:xfrm>
          </p:grpSpPr>
          <p:sp>
            <p:nvSpPr>
              <p:cNvPr id="286" name="자유형: 도형 285"/>
              <p:cNvSpPr/>
              <p:nvPr/>
            </p:nvSpPr>
            <p:spPr>
              <a:xfrm>
                <a:off x="9176760" y="219096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87" name="그룹 286"/>
            <p:cNvGrpSpPr/>
            <p:nvPr/>
          </p:nvGrpSpPr>
          <p:grpSpPr>
            <a:xfrm>
              <a:off x="9176760" y="2041560"/>
              <a:ext cx="1063800" cy="1063800"/>
              <a:chOff x="9176760" y="2041560"/>
              <a:chExt cx="1063800" cy="1063800"/>
            </a:xfrm>
          </p:grpSpPr>
          <p:sp>
            <p:nvSpPr>
              <p:cNvPr id="288" name="자유형: 도형 287"/>
              <p:cNvSpPr/>
              <p:nvPr/>
            </p:nvSpPr>
            <p:spPr>
              <a:xfrm>
                <a:off x="9176760" y="204156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89" name="그룹 288"/>
            <p:cNvGrpSpPr/>
            <p:nvPr/>
          </p:nvGrpSpPr>
          <p:grpSpPr>
            <a:xfrm>
              <a:off x="9176760" y="1927080"/>
              <a:ext cx="1063800" cy="1063800"/>
              <a:chOff x="9176760" y="1927080"/>
              <a:chExt cx="1063800" cy="1063800"/>
            </a:xfrm>
          </p:grpSpPr>
          <p:sp>
            <p:nvSpPr>
              <p:cNvPr id="290" name="자유형: 도형 289"/>
              <p:cNvSpPr/>
              <p:nvPr/>
            </p:nvSpPr>
            <p:spPr>
              <a:xfrm>
                <a:off x="9176760" y="192708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91" name="그룹 290"/>
            <p:cNvGrpSpPr/>
            <p:nvPr/>
          </p:nvGrpSpPr>
          <p:grpSpPr>
            <a:xfrm>
              <a:off x="9176760" y="1846080"/>
              <a:ext cx="1063800" cy="1224720"/>
              <a:chOff x="9176760" y="1846080"/>
              <a:chExt cx="1063800" cy="1224720"/>
            </a:xfrm>
          </p:grpSpPr>
          <p:sp>
            <p:nvSpPr>
              <p:cNvPr id="292" name="자유형: 도형 291"/>
              <p:cNvSpPr/>
              <p:nvPr/>
            </p:nvSpPr>
            <p:spPr>
              <a:xfrm>
                <a:off x="9176760" y="1846080"/>
                <a:ext cx="1063800" cy="1063800"/>
              </a:xfrm>
              <a:custGeom>
                <a:avLst/>
                <a:gdLst/>
                <a:ahLst/>
                <a:cxnLst/>
                <a:rect l="0" t="0" r="r" b="b"/>
                <a:pathLst>
                  <a:path w="2955" h="2955">
                    <a:moveTo>
                      <a:pt x="2522" y="432"/>
                    </a:moveTo>
                    <a:cubicBezTo>
                      <a:pt x="3099" y="1010"/>
                      <a:pt x="3099" y="1944"/>
                      <a:pt x="2522" y="2522"/>
                    </a:cubicBezTo>
                    <a:cubicBezTo>
                      <a:pt x="1944" y="3099"/>
                      <a:pt x="1010" y="3099"/>
                      <a:pt x="432" y="2522"/>
                    </a:cubicBezTo>
                    <a:cubicBezTo>
                      <a:pt x="-144" y="1944"/>
                      <a:pt x="-144" y="1010"/>
                      <a:pt x="432" y="432"/>
                    </a:cubicBezTo>
                    <a:cubicBezTo>
                      <a:pt x="1010" y="-144"/>
                      <a:pt x="1944" y="-144"/>
                      <a:pt x="2522" y="432"/>
                    </a:cubicBezTo>
                    <a:close/>
                  </a:path>
                </a:pathLst>
              </a:custGeom>
              <a:solidFill>
                <a:srgbClr val="ECE4F9">
                  <a:alpha val="60000"/>
                </a:srgbClr>
              </a:solidFill>
              <a:ln w="28440">
                <a:solidFill>
                  <a:srgbClr val="5E2BC6"/>
                </a:solidFill>
                <a:miter/>
              </a:ln>
            </p:spPr>
            <p:txBody>
              <a:bodyPr lIns="104040" tIns="59040" rIns="104040" bIns="590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3" name="TextBox 292"/>
              <p:cNvSpPr txBox="1"/>
              <p:nvPr/>
            </p:nvSpPr>
            <p:spPr>
              <a:xfrm>
                <a:off x="9236160" y="2134440"/>
                <a:ext cx="943920" cy="9363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800" b="1" strike="noStrike" spc="-1">
                    <a:solidFill>
                      <a:srgbClr val="5E2BC6"/>
                    </a:solidFill>
                    <a:latin typeface="MaruBuriot-SemiBold"/>
                    <a:ea typeface="MaruBuriot-SemiBold"/>
                  </a:rPr>
                  <a:t>5</a:t>
                </a:r>
                <a:endParaRPr lang="en-US" sz="2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94" name="그룹 293"/>
            <p:cNvGrpSpPr/>
            <p:nvPr/>
          </p:nvGrpSpPr>
          <p:grpSpPr>
            <a:xfrm>
              <a:off x="10195920" y="2598120"/>
              <a:ext cx="1063800" cy="1224720"/>
              <a:chOff x="10195920" y="2598120"/>
              <a:chExt cx="1063800" cy="1224720"/>
            </a:xfrm>
          </p:grpSpPr>
          <p:grpSp>
            <p:nvGrpSpPr>
              <p:cNvPr id="295" name="그룹 294"/>
              <p:cNvGrpSpPr/>
              <p:nvPr/>
            </p:nvGrpSpPr>
            <p:grpSpPr>
              <a:xfrm>
                <a:off x="10195920" y="2679120"/>
                <a:ext cx="1063800" cy="1063800"/>
                <a:chOff x="10195920" y="2679120"/>
                <a:chExt cx="1063800" cy="1063800"/>
              </a:xfrm>
            </p:grpSpPr>
            <p:sp>
              <p:nvSpPr>
                <p:cNvPr id="296" name="자유형: 도형 295"/>
                <p:cNvSpPr/>
                <p:nvPr/>
              </p:nvSpPr>
              <p:spPr>
                <a:xfrm>
                  <a:off x="10195920" y="2679120"/>
                  <a:ext cx="1063800" cy="10638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955" h="2955">
                      <a:moveTo>
                        <a:pt x="2522" y="432"/>
                      </a:moveTo>
                      <a:cubicBezTo>
                        <a:pt x="3099" y="1010"/>
                        <a:pt x="3099" y="1944"/>
                        <a:pt x="2522" y="2522"/>
                      </a:cubicBezTo>
                      <a:cubicBezTo>
                        <a:pt x="1944" y="3099"/>
                        <a:pt x="1010" y="3099"/>
                        <a:pt x="432" y="2522"/>
                      </a:cubicBezTo>
                      <a:cubicBezTo>
                        <a:pt x="-144" y="1944"/>
                        <a:pt x="-144" y="1010"/>
                        <a:pt x="432" y="432"/>
                      </a:cubicBezTo>
                      <a:cubicBezTo>
                        <a:pt x="1010" y="-144"/>
                        <a:pt x="1944" y="-144"/>
                        <a:pt x="2522" y="432"/>
                      </a:cubicBezTo>
                      <a:close/>
                    </a:path>
                  </a:pathLst>
                </a:custGeom>
                <a:solidFill>
                  <a:srgbClr val="ECE4F9">
                    <a:alpha val="60000"/>
                  </a:srgbClr>
                </a:solidFill>
                <a:ln w="28440">
                  <a:solidFill>
                    <a:srgbClr val="5E2BC6"/>
                  </a:solidFill>
                  <a:miter/>
                </a:ln>
              </p:spPr>
              <p:txBody>
                <a:bodyPr lIns="104040" tIns="59040" rIns="104040" bIns="5904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297" name="그룹 296"/>
              <p:cNvGrpSpPr/>
              <p:nvPr/>
            </p:nvGrpSpPr>
            <p:grpSpPr>
              <a:xfrm>
                <a:off x="10195920" y="2598120"/>
                <a:ext cx="1063800" cy="1224720"/>
                <a:chOff x="10195920" y="2598120"/>
                <a:chExt cx="1063800" cy="1224720"/>
              </a:xfrm>
            </p:grpSpPr>
            <p:sp>
              <p:nvSpPr>
                <p:cNvPr id="298" name="자유형: 도형 297"/>
                <p:cNvSpPr/>
                <p:nvPr/>
              </p:nvSpPr>
              <p:spPr>
                <a:xfrm>
                  <a:off x="10195920" y="2598120"/>
                  <a:ext cx="1063800" cy="10638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955" h="2955">
                      <a:moveTo>
                        <a:pt x="2522" y="432"/>
                      </a:moveTo>
                      <a:cubicBezTo>
                        <a:pt x="3099" y="1010"/>
                        <a:pt x="3099" y="1944"/>
                        <a:pt x="2522" y="2522"/>
                      </a:cubicBezTo>
                      <a:cubicBezTo>
                        <a:pt x="1944" y="3099"/>
                        <a:pt x="1010" y="3099"/>
                        <a:pt x="432" y="2522"/>
                      </a:cubicBezTo>
                      <a:cubicBezTo>
                        <a:pt x="-144" y="1944"/>
                        <a:pt x="-144" y="1010"/>
                        <a:pt x="432" y="432"/>
                      </a:cubicBezTo>
                      <a:cubicBezTo>
                        <a:pt x="1010" y="-144"/>
                        <a:pt x="1944" y="-144"/>
                        <a:pt x="2522" y="432"/>
                      </a:cubicBezTo>
                      <a:close/>
                    </a:path>
                  </a:pathLst>
                </a:custGeom>
                <a:solidFill>
                  <a:srgbClr val="ECE4F9">
                    <a:alpha val="60000"/>
                  </a:srgbClr>
                </a:solidFill>
                <a:ln w="28440">
                  <a:solidFill>
                    <a:srgbClr val="5E2BC6"/>
                  </a:solidFill>
                  <a:miter/>
                </a:ln>
              </p:spPr>
              <p:txBody>
                <a:bodyPr lIns="104040" tIns="59040" rIns="104040" bIns="59040" anchor="t">
                  <a:noAutofit/>
                </a:bodyPr>
                <a:lstStyle/>
                <a:p>
                  <a:endParaRPr lang="en-US" sz="18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9" name="TextBox 298"/>
                <p:cNvSpPr txBox="1"/>
                <p:nvPr/>
              </p:nvSpPr>
              <p:spPr>
                <a:xfrm>
                  <a:off x="10255680" y="2886480"/>
                  <a:ext cx="943920" cy="936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90000" tIns="45000" rIns="90000" bIns="45000" anchor="t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2800" b="1" strike="noStrike" spc="-1">
                      <a:solidFill>
                        <a:srgbClr val="5E2BC6"/>
                      </a:solidFill>
                      <a:latin typeface="MaruBuriot-SemiBold"/>
                      <a:ea typeface="MaruBuriot-SemiBold"/>
                    </a:rPr>
                    <a:t>5</a:t>
                  </a:r>
                  <a:endParaRPr lang="en-US" sz="28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00" name="TextBox 299"/>
          <p:cNvSpPr txBox="1"/>
          <p:nvPr/>
        </p:nvSpPr>
        <p:spPr>
          <a:xfrm>
            <a:off x="879120" y="3278520"/>
            <a:ext cx="188820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&lt;</a:t>
            </a:r>
            <a:r>
              <a:rPr lang="zh-CN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풀이</a:t>
            </a:r>
            <a:r>
              <a:rPr lang="en-US" sz="1600" b="1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&gt;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1006920" y="3657960"/>
            <a:ext cx="6591240" cy="281093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571500" indent="-342900">
              <a:lnSpc>
                <a:spcPct val="150000"/>
              </a:lnSpc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zh-CN" sz="16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직관적으로 생각했을 때</a:t>
            </a:r>
            <a:r>
              <a:rPr lang="en-US" sz="16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, 5</a:t>
            </a:r>
            <a:r>
              <a:rPr lang="zh-CN" sz="16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원짜리 동전을 많이 쓸수록 동전의 개수가 적어질 것이다</a:t>
            </a:r>
            <a:r>
              <a:rPr lang="en-US" sz="16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571500" indent="-342900">
              <a:lnSpc>
                <a:spcPct val="150000"/>
              </a:lnSpc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zh-CN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그렇다면 가능한 한 </a:t>
            </a:r>
            <a:r>
              <a:rPr lang="ko-KR" altLang="en-US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적게</a:t>
            </a:r>
            <a:r>
              <a:rPr lang="zh-CN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 </a:t>
            </a:r>
            <a:r>
              <a:rPr lang="en-US" altLang="zh-CN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2</a:t>
            </a:r>
            <a:r>
              <a:rPr lang="zh-CN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원짜리 동전을 사용</a:t>
            </a:r>
            <a:r>
              <a:rPr lang="ko-KR" altLang="en-US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해보고</a:t>
            </a:r>
            <a:r>
              <a:rPr lang="en-US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, </a:t>
            </a:r>
            <a:br>
              <a:rPr lang="en-US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</a:br>
            <a:r>
              <a:rPr lang="en-US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5</a:t>
            </a:r>
            <a:r>
              <a:rPr lang="zh-CN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원짜리 동전을 </a:t>
            </a:r>
            <a:r>
              <a:rPr lang="ko-KR" altLang="en-US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최대한 많이 써 볼까</a:t>
            </a:r>
            <a:r>
              <a:rPr lang="en-US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?</a:t>
            </a:r>
            <a:br>
              <a:rPr lang="en-US" altLang="ko-KR" sz="1600" spc="-1" dirty="0">
                <a:solidFill>
                  <a:srgbClr val="5E2BC6"/>
                </a:solidFill>
                <a:latin typeface="MaruBuriot-Regular"/>
                <a:ea typeface="MaruBuriot-Regular"/>
              </a:rPr>
            </a:br>
            <a:r>
              <a:rPr lang="en-US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-&gt; 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최선의 선택을 반복하여 정답을 도출할 수 있다</a:t>
            </a:r>
            <a:r>
              <a:rPr lang="en-US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!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lvl="3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en-US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(‘5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원짜리 동전을 사용할 수 </a:t>
            </a:r>
            <a:r>
              <a:rPr lang="ko-KR" altLang="en-US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없으면 </a:t>
            </a:r>
            <a:r>
              <a:rPr lang="en-US" altLang="ko-KR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2</a:t>
            </a:r>
            <a:r>
              <a:rPr lang="ko-KR" altLang="en-US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원짜리 동전을 쓰고</a:t>
            </a:r>
            <a:r>
              <a:rPr lang="en-US" altLang="ko-KR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,</a:t>
            </a:r>
            <a:br>
              <a:rPr lang="en-US" altLang="ko-KR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</a:br>
            <a:r>
              <a:rPr lang="ko-KR" altLang="en-US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사용할 수 있으면 </a:t>
            </a:r>
            <a:r>
              <a:rPr lang="en-US" altLang="ko-KR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5</a:t>
            </a:r>
            <a:r>
              <a:rPr lang="ko-KR" altLang="en-US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원 동전으로 전부 처리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한다</a:t>
            </a:r>
            <a:r>
              <a:rPr lang="en-US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.’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를 반복</a:t>
            </a:r>
            <a:r>
              <a:rPr lang="en-US" sz="16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2E110EF-4CCB-0846-6B3B-3A4AF03D2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그룹 346"/>
          <p:cNvGrpSpPr/>
          <p:nvPr/>
        </p:nvGrpSpPr>
        <p:grpSpPr>
          <a:xfrm>
            <a:off x="722880" y="577440"/>
            <a:ext cx="2735640" cy="1005480"/>
            <a:chOff x="722880" y="577440"/>
            <a:chExt cx="2735640" cy="1005480"/>
          </a:xfrm>
        </p:grpSpPr>
        <p:sp>
          <p:nvSpPr>
            <p:cNvPr id="348" name="자유형: 도형 347"/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" name="TextBox 348"/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0" name="TextBox 349"/>
            <p:cNvSpPr txBox="1"/>
            <p:nvPr/>
          </p:nvSpPr>
          <p:spPr>
            <a:xfrm>
              <a:off x="879120" y="1050480"/>
              <a:ext cx="2449800" cy="53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 - </a:t>
              </a:r>
              <a:r>
                <a:rPr lang="zh-CN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연습 문제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1" name="그룹 350"/>
          <p:cNvGrpSpPr/>
          <p:nvPr/>
        </p:nvGrpSpPr>
        <p:grpSpPr>
          <a:xfrm>
            <a:off x="5362920" y="1538280"/>
            <a:ext cx="1776960" cy="631800"/>
            <a:chOff x="5362920" y="1538280"/>
            <a:chExt cx="1776960" cy="631800"/>
          </a:xfrm>
        </p:grpSpPr>
        <p:sp>
          <p:nvSpPr>
            <p:cNvPr id="352" name="TextBox 351"/>
            <p:cNvSpPr txBox="1"/>
            <p:nvPr/>
          </p:nvSpPr>
          <p:spPr>
            <a:xfrm>
              <a:off x="5362920" y="1538280"/>
              <a:ext cx="1776960" cy="631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rmAutofit fontScale="94722"/>
            </a:bodyPr>
            <a:lstStyle/>
            <a:p>
              <a:pPr>
                <a:lnSpc>
                  <a:spcPct val="150000"/>
                </a:lnSpc>
              </a:pPr>
              <a:r>
                <a:rPr lang="zh-CN" sz="1600" b="0" strike="noStrike" spc="-1" dirty="0">
                  <a:solidFill>
                    <a:srgbClr val="252525"/>
                  </a:solidFill>
                  <a:latin typeface="MaruBuriot-Regular"/>
                  <a:ea typeface="MaruBuriot-Regular"/>
                </a:rPr>
                <a:t>거스름돈 </a:t>
              </a:r>
              <a:r>
                <a:rPr 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(BOJ #14916)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53" name="TextBox 352"/>
          <p:cNvSpPr txBox="1"/>
          <p:nvPr/>
        </p:nvSpPr>
        <p:spPr>
          <a:xfrm>
            <a:off x="1451880" y="2691360"/>
            <a:ext cx="421488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&lt;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문제 설명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&gt;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Box 353"/>
          <p:cNvSpPr txBox="1"/>
          <p:nvPr/>
        </p:nvSpPr>
        <p:spPr>
          <a:xfrm>
            <a:off x="1451879" y="3107520"/>
            <a:ext cx="5372367" cy="228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1040" indent="-221040">
              <a:lnSpc>
                <a:spcPct val="150000"/>
              </a:lnSpc>
              <a:buClr>
                <a:srgbClr val="000000"/>
              </a:buClr>
              <a:buSzPct val="45000"/>
              <a:buFont typeface=""/>
              <a:buChar char=""/>
            </a:pP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거슬러주어야 할 돈 </a:t>
            </a:r>
            <a:r>
              <a:rPr lang="en-US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n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원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이 주어진다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21040" indent="-221040">
              <a:lnSpc>
                <a:spcPct val="150000"/>
              </a:lnSpc>
              <a:buClr>
                <a:srgbClr val="000000"/>
              </a:buClr>
              <a:buSzPct val="45000"/>
              <a:buFont typeface=""/>
              <a:buChar char=""/>
            </a:pPr>
            <a:r>
              <a:rPr lang="en-US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2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원짜리 동전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과 </a:t>
            </a:r>
            <a:r>
              <a:rPr lang="en-US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5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원짜리 동전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이 무한히 많이 주어진다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21040" indent="-221040">
              <a:lnSpc>
                <a:spcPct val="150000"/>
              </a:lnSpc>
              <a:buClr>
                <a:srgbClr val="000000"/>
              </a:buClr>
              <a:buSzPct val="45000"/>
              <a:buFont typeface=""/>
              <a:buChar char=""/>
            </a:pP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동전의 개수가 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최소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가 되도록 거슬러 주어야 한다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21040" indent="-221040">
              <a:lnSpc>
                <a:spcPct val="150000"/>
              </a:lnSpc>
              <a:buClr>
                <a:srgbClr val="000000"/>
              </a:buClr>
              <a:buSzPct val="45000"/>
              <a:buFont typeface=""/>
              <a:buChar char=""/>
            </a:pP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동전을 거슬러 줄 수 없다면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-1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을 출력한다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354"/>
          <p:cNvSpPr txBox="1"/>
          <p:nvPr/>
        </p:nvSpPr>
        <p:spPr>
          <a:xfrm>
            <a:off x="7782840" y="2691360"/>
            <a:ext cx="338040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&lt;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제약 조건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&gt;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" name="TextBox 355"/>
              <p:cNvSpPr txBox="1"/>
              <p:nvPr/>
            </p:nvSpPr>
            <p:spPr>
              <a:xfrm>
                <a:off x="7782840" y="3107520"/>
                <a:ext cx="3380400" cy="8002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lstStyle/>
              <a:p>
                <a:pPr marL="221040" indent="-221040">
                  <a:lnSpc>
                    <a:spcPct val="150000"/>
                  </a:lnSpc>
                  <a:buClr>
                    <a:srgbClr val="000000"/>
                  </a:buClr>
                  <a:buSzPct val="45000"/>
                  <a:buFont typeface=""/>
                  <a:buChar char=""/>
                </a:pPr>
                <a:r>
                  <a:rPr lang="en-US" sz="1600" b="0" strike="noStrike" spc="-1" dirty="0">
                    <a:solidFill>
                      <a:srgbClr val="252525"/>
                    </a:solidFill>
                    <a:latin typeface="MaruBuriot-Light"/>
                    <a:ea typeface="MaruBuriot-Light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</a:t>
                </a:r>
                <a:r>
                  <a:rPr lang="en-US" sz="1600" b="0" strike="noStrike" spc="-1" dirty="0">
                    <a:solidFill>
                      <a:srgbClr val="252525"/>
                    </a:solidFill>
                    <a:latin typeface="MaruBuriot-Light"/>
                    <a:ea typeface="MaruBuriot-Light"/>
                  </a:rPr>
                  <a:t>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</a:t>
                </a:r>
                <a:r>
                  <a:rPr lang="en-US" sz="1600" b="0" strike="noStrike" spc="-1" dirty="0">
                    <a:solidFill>
                      <a:srgbClr val="252525"/>
                    </a:solidFill>
                    <a:latin typeface="MaruBuriot-Light"/>
                    <a:ea typeface="MaruBuriot-Light"/>
                  </a:rPr>
                  <a:t>100,000</a:t>
                </a:r>
                <a:endParaRPr lang="en-US" sz="16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356" name="TextBox 3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840" y="3107520"/>
                <a:ext cx="3380400" cy="8002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FE29D9-BB48-4321-441B-0DF6A217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7592ABCB-1D4B-811B-D93F-AE86C897D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104170" y="1627140"/>
            <a:ext cx="258750" cy="331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그룹 375"/>
          <p:cNvGrpSpPr/>
          <p:nvPr/>
        </p:nvGrpSpPr>
        <p:grpSpPr>
          <a:xfrm>
            <a:off x="722880" y="577440"/>
            <a:ext cx="2735640" cy="1005480"/>
            <a:chOff x="722880" y="577440"/>
            <a:chExt cx="2735640" cy="1005480"/>
          </a:xfrm>
        </p:grpSpPr>
        <p:sp>
          <p:nvSpPr>
            <p:cNvPr id="377" name="자유형: 도형 376"/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" name="TextBox 377"/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9" name="TextBox 378"/>
            <p:cNvSpPr txBox="1"/>
            <p:nvPr/>
          </p:nvSpPr>
          <p:spPr>
            <a:xfrm>
              <a:off x="879120" y="1050480"/>
              <a:ext cx="2449800" cy="53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 - </a:t>
              </a:r>
              <a:r>
                <a:rPr lang="zh-CN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연습 문제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0" name="TextBox 379"/>
          <p:cNvSpPr txBox="1"/>
          <p:nvPr/>
        </p:nvSpPr>
        <p:spPr>
          <a:xfrm>
            <a:off x="768600" y="2275200"/>
            <a:ext cx="421488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&lt;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문제 해설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&gt;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Box 380"/>
          <p:cNvSpPr txBox="1"/>
          <p:nvPr/>
        </p:nvSpPr>
        <p:spPr>
          <a:xfrm>
            <a:off x="768600" y="2691360"/>
            <a:ext cx="10654920" cy="140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“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가능한 한 많은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5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원짜리 동전을 사용하</a:t>
            </a:r>
            <a:r>
              <a:rPr lang="ko-KR" altLang="en-US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고</a:t>
            </a:r>
            <a:r>
              <a:rPr lang="en-US" altLang="ko-KR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, </a:t>
            </a:r>
            <a:r>
              <a:rPr lang="ko-KR" altLang="en-US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가능한 한 적은 </a:t>
            </a:r>
            <a:r>
              <a:rPr lang="en-US" altLang="ko-KR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2</a:t>
            </a:r>
            <a:r>
              <a:rPr lang="ko-KR" altLang="en-US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원짜리 동전을 사용하자</a:t>
            </a:r>
            <a:r>
              <a:rPr lang="en-US" altLang="ko-KR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.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”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만약 거스름돈이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15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원이라면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, (15 / 5 = 3) 5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원짜리 동전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3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개를 사용하면 동전의 개수를 최소화할 수 있다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만약 거스름돈이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14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원이라면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, (14 / 5 = 2) 5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원짜리 동전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2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개와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2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원짜리 동전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2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개를 사용하면 된다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A86429F-7DFA-92E6-B3F8-34BCE411F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11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179B304-2DA3-2534-D438-88F824950600}"/>
              </a:ext>
            </a:extLst>
          </p:cNvPr>
          <p:cNvGrpSpPr/>
          <p:nvPr/>
        </p:nvGrpSpPr>
        <p:grpSpPr>
          <a:xfrm>
            <a:off x="5362920" y="1538280"/>
            <a:ext cx="1776960" cy="631800"/>
            <a:chOff x="5362920" y="1538280"/>
            <a:chExt cx="1776960" cy="6318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4763CF-6737-2790-7E00-8622DB7B3651}"/>
                </a:ext>
              </a:extLst>
            </p:cNvPr>
            <p:cNvSpPr txBox="1"/>
            <p:nvPr/>
          </p:nvSpPr>
          <p:spPr>
            <a:xfrm>
              <a:off x="5362920" y="1538280"/>
              <a:ext cx="1776960" cy="631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rmAutofit fontScale="94722"/>
            </a:bodyPr>
            <a:lstStyle/>
            <a:p>
              <a:pPr>
                <a:lnSpc>
                  <a:spcPct val="150000"/>
                </a:lnSpc>
              </a:pPr>
              <a:r>
                <a:rPr lang="zh-CN" sz="1600" b="0" strike="noStrike" spc="-1" dirty="0">
                  <a:solidFill>
                    <a:srgbClr val="252525"/>
                  </a:solidFill>
                  <a:latin typeface="MaruBuriot-Regular"/>
                  <a:ea typeface="MaruBuriot-Regular"/>
                </a:rPr>
                <a:t>거스름돈 </a:t>
              </a:r>
              <a:r>
                <a:rPr 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(BOJ #14916)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" name="그래픽 8">
            <a:extLst>
              <a:ext uri="{FF2B5EF4-FFF2-40B4-BE49-F238E27FC236}">
                <a16:creationId xmlns:a16="http://schemas.microsoft.com/office/drawing/2014/main" id="{0B166C5D-ABDF-71B8-11DD-9C7A4CF8C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04170" y="1627140"/>
            <a:ext cx="258750" cy="331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그룹 384"/>
          <p:cNvGrpSpPr/>
          <p:nvPr/>
        </p:nvGrpSpPr>
        <p:grpSpPr>
          <a:xfrm>
            <a:off x="722880" y="577440"/>
            <a:ext cx="2735640" cy="1005480"/>
            <a:chOff x="722880" y="577440"/>
            <a:chExt cx="2735640" cy="1005480"/>
          </a:xfrm>
        </p:grpSpPr>
        <p:sp>
          <p:nvSpPr>
            <p:cNvPr id="386" name="자유형: 도형 385"/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" name="TextBox 386"/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8" name="TextBox 387"/>
            <p:cNvSpPr txBox="1"/>
            <p:nvPr/>
          </p:nvSpPr>
          <p:spPr>
            <a:xfrm>
              <a:off x="879120" y="1050480"/>
              <a:ext cx="2449800" cy="53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 - </a:t>
              </a:r>
              <a:r>
                <a:rPr lang="zh-CN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연습 문제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9" name="TextBox 388"/>
          <p:cNvSpPr txBox="1"/>
          <p:nvPr/>
        </p:nvSpPr>
        <p:spPr>
          <a:xfrm>
            <a:off x="768600" y="2275200"/>
            <a:ext cx="421488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&lt;</a:t>
            </a:r>
            <a:r>
              <a:rPr lang="zh-CN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문제 해설</a:t>
            </a:r>
            <a:r>
              <a:rPr lang="en-US" sz="1600" b="0" strike="noStrike" spc="-1">
                <a:solidFill>
                  <a:srgbClr val="252525"/>
                </a:solidFill>
                <a:latin typeface="MaruBuriot-Regular"/>
                <a:ea typeface="MaruBuriot-Regular"/>
              </a:rPr>
              <a:t>&gt;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389"/>
          <p:cNvSpPr txBox="1"/>
          <p:nvPr/>
        </p:nvSpPr>
        <p:spPr>
          <a:xfrm>
            <a:off x="768600" y="2691360"/>
            <a:ext cx="10654920" cy="1845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“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가능한 한 많은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5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원짜리 동전을 사용하</a:t>
            </a:r>
            <a:r>
              <a:rPr lang="ko-KR" altLang="en-US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고</a:t>
            </a:r>
            <a:r>
              <a:rPr lang="en-US" altLang="ko-KR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, </a:t>
            </a:r>
            <a:r>
              <a:rPr lang="ko-KR" altLang="en-US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가능한 한 적은 </a:t>
            </a:r>
            <a:r>
              <a:rPr lang="en-US" altLang="ko-KR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2</a:t>
            </a:r>
            <a:r>
              <a:rPr lang="ko-KR" altLang="en-US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원짜리 동전을 사용하자</a:t>
            </a:r>
            <a:r>
              <a:rPr lang="en-US" altLang="ko-KR" sz="1600" spc="-1" dirty="0">
                <a:solidFill>
                  <a:srgbClr val="252525"/>
                </a:solidFill>
                <a:latin typeface="MaruBuriot-Light"/>
                <a:ea typeface="MaruBuriot-Light"/>
              </a:rPr>
              <a:t>.”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만약 거스름돈이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15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원이라면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, (15 / 5 = 3) 5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원짜리 동전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3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개를 사용하면 동전의 개수를 최소화할 수 있다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만약 거스름돈이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14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원이라면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, (14 / 5 = 2) 5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원짜리 동전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2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개와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2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원짜리 동전 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2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개를 사용하면 된다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그런데 만약</a:t>
            </a:r>
            <a:r>
              <a:rPr lang="en-US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, 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거스름돈이 </a:t>
            </a:r>
            <a:r>
              <a:rPr lang="en-US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1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원이라면</a:t>
            </a:r>
            <a:r>
              <a:rPr lang="en-US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? 3</a:t>
            </a:r>
            <a:r>
              <a:rPr lang="zh-CN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원이라면</a:t>
            </a:r>
            <a:r>
              <a:rPr lang="en-US" sz="1600" b="0" strike="noStrike" spc="-1" dirty="0">
                <a:solidFill>
                  <a:srgbClr val="5E2BC6"/>
                </a:solidFill>
                <a:latin typeface="MaruBuriot-Light"/>
                <a:ea typeface="MaruBuriot-Light"/>
              </a:rPr>
              <a:t>?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A56F37-FB93-1AEF-8403-D54FF00DA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12</a:t>
            </a:fld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ED3C6EA-8F80-9C04-030B-707191F3B5DE}"/>
              </a:ext>
            </a:extLst>
          </p:cNvPr>
          <p:cNvGrpSpPr/>
          <p:nvPr/>
        </p:nvGrpSpPr>
        <p:grpSpPr>
          <a:xfrm>
            <a:off x="5362920" y="1538280"/>
            <a:ext cx="1776960" cy="631800"/>
            <a:chOff x="5362920" y="1538280"/>
            <a:chExt cx="1776960" cy="6318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6287536-40DA-9584-E972-A42F85224A7E}"/>
                </a:ext>
              </a:extLst>
            </p:cNvPr>
            <p:cNvSpPr txBox="1"/>
            <p:nvPr/>
          </p:nvSpPr>
          <p:spPr>
            <a:xfrm>
              <a:off x="5362920" y="1538280"/>
              <a:ext cx="1776960" cy="631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rmAutofit fontScale="94722"/>
            </a:bodyPr>
            <a:lstStyle/>
            <a:p>
              <a:pPr>
                <a:lnSpc>
                  <a:spcPct val="150000"/>
                </a:lnSpc>
              </a:pPr>
              <a:r>
                <a:rPr lang="zh-CN" sz="1600" b="0" strike="noStrike" spc="-1" dirty="0">
                  <a:solidFill>
                    <a:srgbClr val="252525"/>
                  </a:solidFill>
                  <a:latin typeface="MaruBuriot-Regular"/>
                  <a:ea typeface="MaruBuriot-Regular"/>
                </a:rPr>
                <a:t>거스름돈 </a:t>
              </a:r>
              <a:r>
                <a:rPr 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(BOJ #14916)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6" name="그래픽 5">
            <a:extLst>
              <a:ext uri="{FF2B5EF4-FFF2-40B4-BE49-F238E27FC236}">
                <a16:creationId xmlns:a16="http://schemas.microsoft.com/office/drawing/2014/main" id="{0F8027DF-0477-D7A8-BC46-B852D68F3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04170" y="1627140"/>
            <a:ext cx="258750" cy="331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그룹 393"/>
          <p:cNvGrpSpPr/>
          <p:nvPr/>
        </p:nvGrpSpPr>
        <p:grpSpPr>
          <a:xfrm>
            <a:off x="722880" y="577440"/>
            <a:ext cx="2735640" cy="1005480"/>
            <a:chOff x="722880" y="577440"/>
            <a:chExt cx="2735640" cy="1005480"/>
          </a:xfrm>
        </p:grpSpPr>
        <p:sp>
          <p:nvSpPr>
            <p:cNvPr id="395" name="자유형: 도형 394"/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6" name="TextBox 395"/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7" name="TextBox 396"/>
            <p:cNvSpPr txBox="1"/>
            <p:nvPr/>
          </p:nvSpPr>
          <p:spPr>
            <a:xfrm>
              <a:off x="879120" y="1050480"/>
              <a:ext cx="2449800" cy="53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 - </a:t>
              </a:r>
              <a:r>
                <a:rPr lang="zh-CN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구현 방법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98" name="TextBox 397"/>
          <p:cNvSpPr txBox="1"/>
          <p:nvPr/>
        </p:nvSpPr>
        <p:spPr>
          <a:xfrm>
            <a:off x="879119" y="2126160"/>
            <a:ext cx="10130501" cy="1749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57200" indent="-457200">
              <a:lnSpc>
                <a:spcPct val="150000"/>
              </a:lnSpc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zh-CN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그리디하게 풀 수 있는</a:t>
            </a:r>
            <a:r>
              <a:rPr lang="en-US" sz="20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 </a:t>
            </a:r>
            <a:r>
              <a:rPr lang="zh-CN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문제인지 확인한다</a:t>
            </a:r>
            <a:r>
              <a:rPr lang="en-US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zh-CN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이 문제의 매 단계마다 할 수 있는 최선의 선택을 찾고</a:t>
            </a:r>
            <a:r>
              <a:rPr lang="en-US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, </a:t>
            </a:r>
            <a:r>
              <a:rPr lang="zh-CN" sz="2000" b="0" strike="noStrike" spc="-1" dirty="0">
                <a:solidFill>
                  <a:srgbClr val="5E2BC6"/>
                </a:solidFill>
                <a:latin typeface="MaruBuriot-Regular"/>
                <a:ea typeface="MaruBuriot-Regular"/>
              </a:rPr>
              <a:t>예외 케이스</a:t>
            </a:r>
            <a:r>
              <a:rPr lang="zh-CN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가 있는지 살핀다</a:t>
            </a:r>
            <a:r>
              <a:rPr lang="en-US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zh-CN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정답에 다다를 때까지 </a:t>
            </a:r>
            <a:r>
              <a:rPr lang="en-US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2</a:t>
            </a:r>
            <a:r>
              <a:rPr lang="zh-CN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번을 반복한다</a:t>
            </a:r>
            <a:r>
              <a:rPr lang="en-US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.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C4AB110-44E1-B428-E372-6932D133F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그룹 400"/>
          <p:cNvGrpSpPr/>
          <p:nvPr/>
        </p:nvGrpSpPr>
        <p:grpSpPr>
          <a:xfrm>
            <a:off x="722880" y="577440"/>
            <a:ext cx="2735640" cy="1005480"/>
            <a:chOff x="722880" y="577440"/>
            <a:chExt cx="2735640" cy="1005480"/>
          </a:xfrm>
        </p:grpSpPr>
        <p:sp>
          <p:nvSpPr>
            <p:cNvPr id="402" name="자유형: 도형 401"/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879120" y="711000"/>
              <a:ext cx="25794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그리디 알고리즘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4" name="TextBox 403"/>
            <p:cNvSpPr txBox="1"/>
            <p:nvPr/>
          </p:nvSpPr>
          <p:spPr>
            <a:xfrm>
              <a:off x="879120" y="1050480"/>
              <a:ext cx="2449800" cy="53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&lt;Greedy Algorithm&gt; - </a:t>
              </a:r>
              <a:r>
                <a:rPr lang="zh-CN" sz="1200" b="0" strike="noStrike" spc="-1">
                  <a:solidFill>
                    <a:srgbClr val="000000"/>
                  </a:solidFill>
                  <a:latin typeface="MaruBuriot-ExtraLight"/>
                  <a:ea typeface="MaruBuriot-ExtraLight"/>
                </a:rPr>
                <a:t>구현 코드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6" name="그룹 405"/>
          <p:cNvGrpSpPr/>
          <p:nvPr/>
        </p:nvGrpSpPr>
        <p:grpSpPr>
          <a:xfrm>
            <a:off x="5266080" y="1526400"/>
            <a:ext cx="252360" cy="4676400"/>
            <a:chOff x="5266080" y="1526400"/>
            <a:chExt cx="252360" cy="4676400"/>
          </a:xfrm>
        </p:grpSpPr>
        <p:grpSp>
          <p:nvGrpSpPr>
            <p:cNvPr id="407" name="그룹 406"/>
            <p:cNvGrpSpPr/>
            <p:nvPr/>
          </p:nvGrpSpPr>
          <p:grpSpPr>
            <a:xfrm>
              <a:off x="5266080" y="1526400"/>
              <a:ext cx="252360" cy="4676400"/>
              <a:chOff x="5266080" y="1526400"/>
              <a:chExt cx="252360" cy="4676400"/>
            </a:xfrm>
          </p:grpSpPr>
          <p:sp>
            <p:nvSpPr>
              <p:cNvPr id="408" name="직선 연결선 407"/>
              <p:cNvSpPr/>
              <p:nvPr/>
            </p:nvSpPr>
            <p:spPr>
              <a:xfrm>
                <a:off x="5392440" y="1526400"/>
                <a:ext cx="0" cy="4676400"/>
              </a:xfrm>
              <a:prstGeom prst="line">
                <a:avLst/>
              </a:prstGeom>
              <a:ln w="12600">
                <a:solidFill>
                  <a:srgbClr val="252525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6120" tIns="51120" rIns="96120" bIns="5112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9" name="직선 연결선 408"/>
              <p:cNvSpPr/>
              <p:nvPr/>
            </p:nvSpPr>
            <p:spPr>
              <a:xfrm flipH="1">
                <a:off x="5266080" y="6041160"/>
                <a:ext cx="252360" cy="0"/>
              </a:xfrm>
              <a:prstGeom prst="line">
                <a:avLst/>
              </a:prstGeom>
              <a:ln w="12600">
                <a:solidFill>
                  <a:srgbClr val="252525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6120" tIns="-51120" rIns="96120" bIns="-5112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10" name="직선 연결선 409"/>
            <p:cNvSpPr/>
            <p:nvPr/>
          </p:nvSpPr>
          <p:spPr>
            <a:xfrm flipH="1">
              <a:off x="5266080" y="1717560"/>
              <a:ext cx="252360" cy="0"/>
            </a:xfrm>
            <a:prstGeom prst="line">
              <a:avLst/>
            </a:prstGeom>
            <a:ln w="12600">
              <a:solidFill>
                <a:srgbClr val="252525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6120" tIns="-51120" rIns="96120" bIns="-5112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11" name="TextBox 410"/>
          <p:cNvSpPr txBox="1"/>
          <p:nvPr/>
        </p:nvSpPr>
        <p:spPr>
          <a:xfrm>
            <a:off x="768600" y="2823480"/>
            <a:ext cx="4112281" cy="19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예외 케이스는 따로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!</a:t>
            </a:r>
          </a:p>
          <a:p>
            <a:pPr>
              <a:lnSpc>
                <a:spcPct val="150000"/>
              </a:lnSpc>
            </a:pP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그리디 알고리즘은 앞에서부터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/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뒤에서부터 순차적으로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Light"/>
                <a:ea typeface="MaruBuriot-Light"/>
              </a:rPr>
              <a:t>!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86A31E-6585-8BAC-AAC3-948A6FE5F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14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3A4800A-DF25-C860-F8B6-E7D5F8B9114F}"/>
              </a:ext>
            </a:extLst>
          </p:cNvPr>
          <p:cNvGrpSpPr/>
          <p:nvPr/>
        </p:nvGrpSpPr>
        <p:grpSpPr>
          <a:xfrm>
            <a:off x="1082361" y="1717560"/>
            <a:ext cx="1776960" cy="631800"/>
            <a:chOff x="5362920" y="1538280"/>
            <a:chExt cx="1776960" cy="6318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498259-74B0-0E6A-FAD2-63B2EDD2FBBB}"/>
                </a:ext>
              </a:extLst>
            </p:cNvPr>
            <p:cNvSpPr txBox="1"/>
            <p:nvPr/>
          </p:nvSpPr>
          <p:spPr>
            <a:xfrm>
              <a:off x="5362920" y="1538280"/>
              <a:ext cx="1776960" cy="631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rmAutofit fontScale="94722"/>
            </a:bodyPr>
            <a:lstStyle/>
            <a:p>
              <a:pPr>
                <a:lnSpc>
                  <a:spcPct val="150000"/>
                </a:lnSpc>
              </a:pPr>
              <a:r>
                <a:rPr lang="zh-CN" sz="1600" b="0" strike="noStrike" spc="-1" dirty="0">
                  <a:solidFill>
                    <a:srgbClr val="252525"/>
                  </a:solidFill>
                  <a:latin typeface="MaruBuriot-Regular"/>
                  <a:ea typeface="MaruBuriot-Regular"/>
                </a:rPr>
                <a:t>거스름돈 </a:t>
              </a:r>
              <a:r>
                <a:rPr 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(BOJ #14916)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7" name="그래픽 6">
            <a:extLst>
              <a:ext uri="{FF2B5EF4-FFF2-40B4-BE49-F238E27FC236}">
                <a16:creationId xmlns:a16="http://schemas.microsoft.com/office/drawing/2014/main" id="{E11A9F3B-9887-A454-B281-EF00079C8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3611" y="1806420"/>
            <a:ext cx="258750" cy="331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B4CCB9-D23E-A9D5-E0DD-3BDD160DCFEE}"/>
              </a:ext>
            </a:extLst>
          </p:cNvPr>
          <p:cNvSpPr txBox="1"/>
          <p:nvPr/>
        </p:nvSpPr>
        <p:spPr>
          <a:xfrm>
            <a:off x="5735679" y="1253712"/>
            <a:ext cx="6094378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charge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charge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예외 처리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charge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charge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5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로 나누어 떨어질 때까지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씩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빼주며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카운트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charge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charge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5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로 나누어 떨어질 때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charge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5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로 나누어 떨어지지 않을 때</a:t>
            </a:r>
            <a:endParaRPr lang="ko-KR" alt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charge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answer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그룹 412"/>
          <p:cNvGrpSpPr/>
          <p:nvPr/>
        </p:nvGrpSpPr>
        <p:grpSpPr>
          <a:xfrm>
            <a:off x="722880" y="577440"/>
            <a:ext cx="2062440" cy="592560"/>
            <a:chOff x="722880" y="577440"/>
            <a:chExt cx="2062440" cy="592560"/>
          </a:xfrm>
        </p:grpSpPr>
        <p:sp>
          <p:nvSpPr>
            <p:cNvPr id="414" name="자유형: 도형 413"/>
            <p:cNvSpPr/>
            <p:nvPr/>
          </p:nvSpPr>
          <p:spPr>
            <a:xfrm>
              <a:off x="722880" y="577440"/>
              <a:ext cx="1540800" cy="267840"/>
            </a:xfrm>
            <a:custGeom>
              <a:avLst/>
              <a:gdLst/>
              <a:ahLst/>
              <a:cxnLst/>
              <a:rect l="0" t="0" r="r" b="b"/>
              <a:pathLst>
                <a:path w="4280" h="744">
                  <a:moveTo>
                    <a:pt x="0" y="0"/>
                  </a:moveTo>
                  <a:lnTo>
                    <a:pt x="4280" y="0"/>
                  </a:lnTo>
                  <a:lnTo>
                    <a:pt x="4280" y="744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FF0F0"/>
                </a:gs>
                <a:gs pos="100000">
                  <a:srgbClr val="F1D9F7"/>
                </a:gs>
              </a:gsLst>
              <a:lin ang="2706000"/>
            </a:gradFill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879120" y="711000"/>
              <a:ext cx="1906200" cy="459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r>
                <a:rPr lang="en-US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#</a:t>
              </a:r>
              <a:r>
                <a:rPr lang="zh-CN" sz="2000" b="0" strike="noStrike" spc="-1">
                  <a:solidFill>
                    <a:srgbClr val="000000"/>
                  </a:solidFill>
                  <a:latin typeface="MaruBuriot-Regular"/>
                  <a:ea typeface="MaruBuriot-Regular"/>
                </a:rPr>
                <a:t>필수 문제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6" name="그룹 415"/>
          <p:cNvGrpSpPr/>
          <p:nvPr/>
        </p:nvGrpSpPr>
        <p:grpSpPr>
          <a:xfrm>
            <a:off x="1122445" y="3031720"/>
            <a:ext cx="4057920" cy="859680"/>
            <a:chOff x="7189920" y="3031720"/>
            <a:chExt cx="4057920" cy="859680"/>
          </a:xfrm>
        </p:grpSpPr>
        <p:grpSp>
          <p:nvGrpSpPr>
            <p:cNvPr id="417" name="그룹 416"/>
            <p:cNvGrpSpPr/>
            <p:nvPr/>
          </p:nvGrpSpPr>
          <p:grpSpPr>
            <a:xfrm>
              <a:off x="7189920" y="3031720"/>
              <a:ext cx="4057920" cy="529200"/>
              <a:chOff x="7189920" y="3031720"/>
              <a:chExt cx="4057920" cy="529200"/>
            </a:xfrm>
          </p:grpSpPr>
          <p:sp>
            <p:nvSpPr>
              <p:cNvPr id="418" name="TextBox 417"/>
              <p:cNvSpPr txBox="1"/>
              <p:nvPr/>
            </p:nvSpPr>
            <p:spPr>
              <a:xfrm>
                <a:off x="7189920" y="3031720"/>
                <a:ext cx="4057920" cy="529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sz="1600" b="0" strike="noStrike" spc="-1" dirty="0">
                    <a:solidFill>
                      <a:srgbClr val="252525"/>
                    </a:solidFill>
                    <a:latin typeface="MaruBuriot-Regular"/>
                    <a:ea typeface="MaruBuriot-Regular"/>
                  </a:rPr>
                  <a:t>동전 </a:t>
                </a:r>
                <a:r>
                  <a:rPr lang="en-US" sz="1600" b="0" strike="noStrike" spc="-1" dirty="0">
                    <a:solidFill>
                      <a:srgbClr val="252525"/>
                    </a:solidFill>
                    <a:latin typeface="MaruBuriot-Regular"/>
                    <a:ea typeface="MaruBuriot-Regular"/>
                  </a:rPr>
                  <a:t>0 </a:t>
                </a:r>
                <a:r>
                  <a:rPr lang="en-US" sz="1100" b="0" strike="noStrike" spc="-1" dirty="0">
                    <a:solidFill>
                      <a:srgbClr val="252525"/>
                    </a:solidFill>
                    <a:latin typeface="MaruBuriot-ExtraLight"/>
                    <a:ea typeface="MaruBuriot-ExtraLight"/>
                  </a:rPr>
                  <a:t>(BOJ #11047)</a:t>
                </a:r>
                <a:endParaRPr lang="en-US" sz="11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19" name="TextBox 418"/>
            <p:cNvSpPr txBox="1"/>
            <p:nvPr/>
          </p:nvSpPr>
          <p:spPr>
            <a:xfrm>
              <a:off x="7189920" y="3497200"/>
              <a:ext cx="2726240" cy="39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N</a:t>
              </a:r>
              <a:r>
                <a:rPr lang="zh-CN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종류의 동전으로 </a:t>
              </a:r>
              <a:r>
                <a:rPr 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K</a:t>
              </a:r>
              <a:r>
                <a:rPr lang="zh-CN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원</a:t>
              </a:r>
              <a:r>
                <a:rPr lang="ko-KR" alt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을 만드는 문제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0" name="그룹 419"/>
          <p:cNvGrpSpPr/>
          <p:nvPr/>
        </p:nvGrpSpPr>
        <p:grpSpPr>
          <a:xfrm>
            <a:off x="7189920" y="1839940"/>
            <a:ext cx="4057920" cy="960840"/>
            <a:chOff x="7189920" y="1761480"/>
            <a:chExt cx="4057920" cy="960840"/>
          </a:xfrm>
        </p:grpSpPr>
        <p:grpSp>
          <p:nvGrpSpPr>
            <p:cNvPr id="421" name="그룹 420"/>
            <p:cNvGrpSpPr/>
            <p:nvPr/>
          </p:nvGrpSpPr>
          <p:grpSpPr>
            <a:xfrm>
              <a:off x="7189920" y="1761480"/>
              <a:ext cx="4057920" cy="529200"/>
              <a:chOff x="7189920" y="1761480"/>
              <a:chExt cx="4057920" cy="529200"/>
            </a:xfrm>
          </p:grpSpPr>
          <p:sp>
            <p:nvSpPr>
              <p:cNvPr id="422" name="TextBox 421"/>
              <p:cNvSpPr txBox="1"/>
              <p:nvPr/>
            </p:nvSpPr>
            <p:spPr>
              <a:xfrm>
                <a:off x="7189920" y="1761480"/>
                <a:ext cx="4057920" cy="529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0" strike="noStrike" spc="-1" dirty="0">
                    <a:solidFill>
                      <a:srgbClr val="252525"/>
                    </a:solidFill>
                    <a:latin typeface="MaruBuriot-Regular"/>
                    <a:ea typeface="MaruBuriot-Regular"/>
                  </a:rPr>
                  <a:t>거스름돈</a:t>
                </a:r>
                <a:r>
                  <a:rPr lang="zh-CN" sz="1600" b="0" strike="noStrike" spc="-1" dirty="0">
                    <a:solidFill>
                      <a:srgbClr val="252525"/>
                    </a:solidFill>
                    <a:latin typeface="MaruBuriot-Regular"/>
                    <a:ea typeface="MaruBuriot-Regular"/>
                  </a:rPr>
                  <a:t> </a:t>
                </a:r>
                <a:r>
                  <a:rPr lang="en-US" sz="1100" b="0" strike="noStrike" spc="-1" dirty="0">
                    <a:solidFill>
                      <a:srgbClr val="252525"/>
                    </a:solidFill>
                    <a:latin typeface="MaruBuriot-ExtraLight"/>
                    <a:ea typeface="MaruBuriot-ExtraLight"/>
                  </a:rPr>
                  <a:t>(BOJ #14916)</a:t>
                </a:r>
                <a:endParaRPr lang="en-US" sz="11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23" name="TextBox 422"/>
            <p:cNvSpPr txBox="1"/>
            <p:nvPr/>
          </p:nvSpPr>
          <p:spPr>
            <a:xfrm>
              <a:off x="7189920" y="2226960"/>
              <a:ext cx="4029480" cy="495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앞에서 설명한 문제 </a:t>
              </a:r>
              <a:r>
                <a:rPr lang="en-US" altLang="ko-KR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2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7D83E0A-5EDF-6E11-F2AD-949F9B4016A6}"/>
              </a:ext>
            </a:extLst>
          </p:cNvPr>
          <p:cNvSpPr txBox="1"/>
          <p:nvPr/>
        </p:nvSpPr>
        <p:spPr>
          <a:xfrm>
            <a:off x="7201810" y="3031720"/>
            <a:ext cx="405792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설탕 배달</a:t>
            </a:r>
            <a:r>
              <a:rPr lang="zh-CN" sz="16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 </a:t>
            </a:r>
            <a:r>
              <a:rPr lang="en-US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(BOJ #2839)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428E0-6C32-8B42-5180-D062289206EA}"/>
              </a:ext>
            </a:extLst>
          </p:cNvPr>
          <p:cNvSpPr txBox="1"/>
          <p:nvPr/>
        </p:nvSpPr>
        <p:spPr>
          <a:xfrm>
            <a:off x="7201810" y="3497200"/>
            <a:ext cx="4014360" cy="394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동전의 종류가 </a:t>
            </a:r>
            <a:r>
              <a:rPr lang="en-US" altLang="ko-KR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‘5</a:t>
            </a:r>
            <a:r>
              <a:rPr lang="ko-KR" altLang="en-US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원</a:t>
            </a:r>
            <a:r>
              <a:rPr lang="en-US" altLang="ko-KR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’</a:t>
            </a:r>
            <a:r>
              <a:rPr lang="ko-KR" altLang="en-US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과 </a:t>
            </a:r>
            <a:r>
              <a:rPr lang="en-US" altLang="ko-KR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‘3</a:t>
            </a:r>
            <a:r>
              <a:rPr lang="ko-KR" altLang="en-US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원</a:t>
            </a:r>
            <a:r>
              <a:rPr lang="en-US" altLang="ko-KR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’, 2</a:t>
            </a:r>
            <a:r>
              <a:rPr lang="ko-KR" altLang="en-US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종류일 땐 어떻게 될까요</a:t>
            </a:r>
            <a:r>
              <a:rPr lang="en-US" altLang="ko-KR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?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68B3D-79E3-9AC3-1FE2-15A0748B1D7A}"/>
              </a:ext>
            </a:extLst>
          </p:cNvPr>
          <p:cNvSpPr txBox="1"/>
          <p:nvPr/>
        </p:nvSpPr>
        <p:spPr>
          <a:xfrm>
            <a:off x="1136880" y="1839940"/>
            <a:ext cx="405792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거스름돈</a:t>
            </a:r>
            <a:r>
              <a:rPr lang="en-US" sz="1600" b="0" strike="noStrike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 </a:t>
            </a:r>
            <a:r>
              <a:rPr lang="en-US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(BOJ #</a:t>
            </a:r>
            <a:r>
              <a:rPr lang="en-US" sz="1100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5585</a:t>
            </a:r>
            <a:r>
              <a:rPr lang="en-US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)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FCFB-5961-1134-515C-A65A4097C7D9}"/>
              </a:ext>
            </a:extLst>
          </p:cNvPr>
          <p:cNvSpPr txBox="1"/>
          <p:nvPr/>
        </p:nvSpPr>
        <p:spPr>
          <a:xfrm>
            <a:off x="1136880" y="2305420"/>
            <a:ext cx="2309760" cy="394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앞</a:t>
            </a:r>
            <a:r>
              <a:rPr lang="ko-KR" altLang="en-US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에서 설명한 문제 </a:t>
            </a:r>
            <a:r>
              <a:rPr lang="en-US" altLang="ko-KR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1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154A9E22-4A59-5E85-3355-E8638D381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43060" y="1952396"/>
            <a:ext cx="258750" cy="33120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7A96D1EA-4FF5-EEE4-02A1-EE9F588C0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5100" y="3139476"/>
            <a:ext cx="258750" cy="33120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2E3242C-893B-93AE-90D0-762E3FA2A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5586" y="3118888"/>
            <a:ext cx="258750" cy="331200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7AAA7-FCBC-0415-89EE-460B9DEA8A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57867836-2953-294D-CE4D-79DE35025C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75586" y="1952396"/>
            <a:ext cx="258750" cy="331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4BCEC231-C851-F1CD-4CC3-519455E2648B}"/>
              </a:ext>
            </a:extLst>
          </p:cNvPr>
          <p:cNvSpPr/>
          <p:nvPr/>
        </p:nvSpPr>
        <p:spPr>
          <a:xfrm>
            <a:off x="722880" y="577440"/>
            <a:ext cx="1540800" cy="267840"/>
          </a:xfrm>
          <a:custGeom>
            <a:avLst/>
            <a:gdLst/>
            <a:ahLst/>
            <a:cxnLst/>
            <a:rect l="0" t="0" r="r" b="b"/>
            <a:pathLst>
              <a:path w="4280" h="744">
                <a:moveTo>
                  <a:pt x="0" y="0"/>
                </a:moveTo>
                <a:lnTo>
                  <a:pt x="4280" y="0"/>
                </a:lnTo>
                <a:lnTo>
                  <a:pt x="4280" y="744"/>
                </a:lnTo>
                <a:lnTo>
                  <a:pt x="0" y="744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DFF0F0"/>
              </a:gs>
              <a:gs pos="100000">
                <a:srgbClr val="F1D9F7"/>
              </a:gs>
            </a:gsLst>
            <a:lin ang="2706000"/>
          </a:gra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Box 426"/>
          <p:cNvSpPr txBox="1"/>
          <p:nvPr/>
        </p:nvSpPr>
        <p:spPr>
          <a:xfrm>
            <a:off x="899019" y="711000"/>
            <a:ext cx="2148981" cy="82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#</a:t>
            </a:r>
            <a:r>
              <a:rPr lang="zh-CN" sz="2000" b="0" strike="noStrike" spc="-1" dirty="0">
                <a:solidFill>
                  <a:srgbClr val="000000"/>
                </a:solidFill>
                <a:latin typeface="MaruBuriot-Regular"/>
                <a:ea typeface="MaruBuriot-Regular"/>
              </a:rPr>
              <a:t>연습 문제 도전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2" name="그룹 431"/>
          <p:cNvGrpSpPr/>
          <p:nvPr/>
        </p:nvGrpSpPr>
        <p:grpSpPr>
          <a:xfrm>
            <a:off x="7271575" y="3085186"/>
            <a:ext cx="4057920" cy="890280"/>
            <a:chOff x="1049760" y="1745099"/>
            <a:chExt cx="4057920" cy="890280"/>
          </a:xfrm>
        </p:grpSpPr>
        <p:grpSp>
          <p:nvGrpSpPr>
            <p:cNvPr id="433" name="그룹 432"/>
            <p:cNvGrpSpPr/>
            <p:nvPr/>
          </p:nvGrpSpPr>
          <p:grpSpPr>
            <a:xfrm>
              <a:off x="1049760" y="1745099"/>
              <a:ext cx="4057920" cy="800280"/>
              <a:chOff x="1049760" y="1745099"/>
              <a:chExt cx="4057920" cy="800280"/>
            </a:xfrm>
          </p:grpSpPr>
          <p:sp>
            <p:nvSpPr>
              <p:cNvPr id="434" name="TextBox 433"/>
              <p:cNvSpPr txBox="1"/>
              <p:nvPr/>
            </p:nvSpPr>
            <p:spPr>
              <a:xfrm>
                <a:off x="1049760" y="1745099"/>
                <a:ext cx="4057920" cy="8002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b="0" strike="noStrike" spc="-1" dirty="0">
                    <a:solidFill>
                      <a:srgbClr val="252525"/>
                    </a:solidFill>
                    <a:latin typeface="MaruBuriot-Regular"/>
                    <a:ea typeface="MaruBuriot-Regular"/>
                  </a:rPr>
                  <a:t>Pipelined </a:t>
                </a:r>
                <a:r>
                  <a:rPr lang="en-US" sz="1100" b="0" strike="noStrike" spc="-1" dirty="0">
                    <a:solidFill>
                      <a:srgbClr val="252525"/>
                    </a:solidFill>
                    <a:latin typeface="MaruBuriot-ExtraLight"/>
                    <a:ea typeface="MaruBuriot-ExtraLight"/>
                  </a:rPr>
                  <a:t>(BOJ #30874)</a:t>
                </a:r>
                <a:endParaRPr lang="en-US" sz="11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35" name="TextBox 434"/>
            <p:cNvSpPr txBox="1"/>
            <p:nvPr/>
          </p:nvSpPr>
          <p:spPr>
            <a:xfrm>
              <a:off x="1049760" y="2241179"/>
              <a:ext cx="3923640" cy="39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2023 </a:t>
              </a:r>
              <a:r>
                <a:rPr lang="en-US" sz="1100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HCPC</a:t>
              </a:r>
              <a:r>
                <a:rPr lang="ko-KR" altLang="en-US" sz="1100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 </a:t>
              </a:r>
              <a:r>
                <a:rPr lang="en-US" altLang="ko-KR" sz="1100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Beginner</a:t>
              </a:r>
              <a:r>
                <a:rPr lang="ko-KR" altLang="en-US" sz="1100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 </a:t>
              </a:r>
              <a:r>
                <a:rPr lang="en-US" altLang="ko-KR" sz="1100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G</a:t>
              </a:r>
              <a:r>
                <a:rPr lang="ko-KR" altLang="en-US" sz="1100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번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6" name="그룹 435"/>
          <p:cNvGrpSpPr/>
          <p:nvPr/>
        </p:nvGrpSpPr>
        <p:grpSpPr>
          <a:xfrm>
            <a:off x="1185590" y="3085186"/>
            <a:ext cx="4068360" cy="960840"/>
            <a:chOff x="7189920" y="1751040"/>
            <a:chExt cx="4068360" cy="960840"/>
          </a:xfrm>
        </p:grpSpPr>
        <p:grpSp>
          <p:nvGrpSpPr>
            <p:cNvPr id="437" name="그룹 436"/>
            <p:cNvGrpSpPr/>
            <p:nvPr/>
          </p:nvGrpSpPr>
          <p:grpSpPr>
            <a:xfrm>
              <a:off x="7189920" y="1751040"/>
              <a:ext cx="4057920" cy="529200"/>
              <a:chOff x="7189920" y="1751040"/>
              <a:chExt cx="4057920" cy="5292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8" name="TextBox 437"/>
                  <p:cNvSpPr txBox="1"/>
                  <p:nvPr/>
                </p:nvSpPr>
                <p:spPr>
                  <a:xfrm>
                    <a:off x="7189920" y="1751040"/>
                    <a:ext cx="4057920" cy="5292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txBody>
                  <a:bodyPr lIns="90000" tIns="45000" rIns="90000" bIns="45000" anchor="t">
                    <a:no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trike="noStrike" spc="-1" smtClean="0">
                                <a:solidFill>
                                  <a:srgbClr val="252525"/>
                                </a:solidFill>
                                <a:latin typeface="Cambria Math" panose="02040503050406030204" pitchFamily="18" charset="0"/>
                                <a:ea typeface="MaruBuriot-Regular"/>
                              </a:rPr>
                            </m:ctrlPr>
                          </m:sSubPr>
                          <m:e>
                            <m:r>
                              <a:rPr lang="en-US" altLang="ko-KR" sz="1600" b="0" i="1" strike="noStrike" spc="-1" smtClean="0">
                                <a:solidFill>
                                  <a:srgbClr val="252525"/>
                                </a:solidFill>
                                <a:latin typeface="Cambria Math" panose="02040503050406030204" pitchFamily="18" charset="0"/>
                                <a:ea typeface="MaruBuriot-Regular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600" b="0" i="1" strike="noStrike" spc="-1" smtClean="0">
                                <a:solidFill>
                                  <a:srgbClr val="252525"/>
                                </a:solidFill>
                                <a:latin typeface="Cambria Math" panose="02040503050406030204" pitchFamily="18" charset="0"/>
                                <a:ea typeface="MaruBuriot-Regular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trike="noStrike" spc="-1" smtClean="0">
                            <a:solidFill>
                              <a:srgbClr val="25252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sz="1600" b="0" i="1" strike="noStrike" spc="-1" smtClean="0">
                                <a:solidFill>
                                  <a:srgbClr val="25252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trike="noStrike" spc="-1" smtClean="0">
                                <a:solidFill>
                                  <a:srgbClr val="25252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600" b="0" i="1" strike="noStrike" spc="-1" smtClean="0">
                                <a:solidFill>
                                  <a:srgbClr val="25252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ko-KR" altLang="en-US" sz="1600" b="0" strike="noStrike" spc="-1" dirty="0">
                        <a:solidFill>
                          <a:srgbClr val="252525"/>
                        </a:solidFill>
                        <a:latin typeface="MaruBuriot-Regular"/>
                        <a:ea typeface="MaruBuriot-Regular"/>
                      </a:rPr>
                      <a:t> </a:t>
                    </a:r>
                    <a:r>
                      <a:rPr lang="en-US" sz="1100" b="0" strike="noStrike" spc="-1" dirty="0">
                        <a:solidFill>
                          <a:srgbClr val="252525"/>
                        </a:solidFill>
                        <a:latin typeface="MaruBuriot-ExtraLight"/>
                        <a:ea typeface="MaruBuriot-ExtraLight"/>
                      </a:rPr>
                      <a:t>(BOJ #32630)</a:t>
                    </a:r>
                    <a:endParaRPr lang="en-US" sz="1100" b="0" strike="noStrike" spc="-1" dirty="0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mc:Choice>
            <mc:Fallback>
              <p:sp>
                <p:nvSpPr>
                  <p:cNvPr id="438" name="TextBox 4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9920" y="1751040"/>
                    <a:ext cx="4057920" cy="52920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0"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39" name="TextBox 438"/>
            <p:cNvSpPr txBox="1"/>
            <p:nvPr/>
          </p:nvSpPr>
          <p:spPr>
            <a:xfrm>
              <a:off x="7189920" y="2216520"/>
              <a:ext cx="4068360" cy="495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수학적인 발상이 조금은 필요한 문제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0" name="그룹 439"/>
          <p:cNvGrpSpPr/>
          <p:nvPr/>
        </p:nvGrpSpPr>
        <p:grpSpPr>
          <a:xfrm>
            <a:off x="7303416" y="4314787"/>
            <a:ext cx="4061160" cy="933840"/>
            <a:chOff x="7189920" y="3023280"/>
            <a:chExt cx="4061160" cy="933840"/>
          </a:xfrm>
        </p:grpSpPr>
        <p:grpSp>
          <p:nvGrpSpPr>
            <p:cNvPr id="441" name="그룹 440"/>
            <p:cNvGrpSpPr/>
            <p:nvPr/>
          </p:nvGrpSpPr>
          <p:grpSpPr>
            <a:xfrm>
              <a:off x="7189920" y="3023280"/>
              <a:ext cx="4057920" cy="800280"/>
              <a:chOff x="7189920" y="3023280"/>
              <a:chExt cx="4057920" cy="800280"/>
            </a:xfrm>
          </p:grpSpPr>
          <p:sp>
            <p:nvSpPr>
              <p:cNvPr id="442" name="TextBox 441"/>
              <p:cNvSpPr txBox="1"/>
              <p:nvPr/>
            </p:nvSpPr>
            <p:spPr>
              <a:xfrm>
                <a:off x="7189920" y="3023280"/>
                <a:ext cx="4057920" cy="8002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spc="-1" dirty="0">
                    <a:solidFill>
                      <a:srgbClr val="252525"/>
                    </a:solidFill>
                    <a:latin typeface="MaruBuriot-Regular"/>
                    <a:ea typeface="MaruBuriot-Regular"/>
                  </a:rPr>
                  <a:t>잘 정의된 들여쓰기</a:t>
                </a:r>
                <a:r>
                  <a:rPr lang="zh-CN" sz="1600" b="0" strike="noStrike" spc="-1" dirty="0">
                    <a:solidFill>
                      <a:srgbClr val="252525"/>
                    </a:solidFill>
                    <a:latin typeface="MaruBuriot-Regular"/>
                    <a:ea typeface="MaruBuriot-Regular"/>
                  </a:rPr>
                  <a:t> </a:t>
                </a:r>
                <a:r>
                  <a:rPr lang="en-US" sz="1100" b="0" strike="noStrike" spc="-1" dirty="0">
                    <a:solidFill>
                      <a:srgbClr val="252525"/>
                    </a:solidFill>
                    <a:latin typeface="MaruBuriot-ExtraLight"/>
                    <a:ea typeface="MaruBuriot-ExtraLight"/>
                  </a:rPr>
                  <a:t>(BOJ #35309)</a:t>
                </a:r>
                <a:endParaRPr lang="en-US" sz="11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43" name="TextBox 442"/>
            <p:cNvSpPr txBox="1"/>
            <p:nvPr/>
          </p:nvSpPr>
          <p:spPr>
            <a:xfrm>
              <a:off x="7212960" y="3461760"/>
              <a:ext cx="4038120" cy="495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코딩테스트 스타일의 문제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3B9E78A-D618-FE4C-3F21-4C93C1B8489E}"/>
              </a:ext>
            </a:extLst>
          </p:cNvPr>
          <p:cNvSpPr txBox="1"/>
          <p:nvPr/>
        </p:nvSpPr>
        <p:spPr>
          <a:xfrm>
            <a:off x="1146482" y="1818546"/>
            <a:ext cx="405792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ATM </a:t>
            </a:r>
            <a:r>
              <a:rPr lang="en-US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(BOJ #11399)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B7828-35CC-C8EE-2666-E2B82F6192FA}"/>
              </a:ext>
            </a:extLst>
          </p:cNvPr>
          <p:cNvSpPr txBox="1"/>
          <p:nvPr/>
        </p:nvSpPr>
        <p:spPr>
          <a:xfrm>
            <a:off x="1146482" y="2284026"/>
            <a:ext cx="4014360" cy="394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어떤 전략이 최선일까요</a:t>
            </a:r>
            <a:r>
              <a:rPr lang="en-US" altLang="ko-KR" sz="1100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? (Hint: </a:t>
            </a:r>
            <a:r>
              <a:rPr lang="ko-KR" altLang="en-US" sz="1100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정렬</a:t>
            </a:r>
            <a:r>
              <a:rPr lang="en-US" altLang="ko-KR" sz="1100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)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7A071E-76A2-4E07-D3B8-8576826CDB4C}"/>
              </a:ext>
            </a:extLst>
          </p:cNvPr>
          <p:cNvSpPr txBox="1"/>
          <p:nvPr/>
        </p:nvSpPr>
        <p:spPr>
          <a:xfrm>
            <a:off x="7282999" y="1818546"/>
            <a:ext cx="4057920" cy="5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spc="-1" dirty="0">
                <a:solidFill>
                  <a:srgbClr val="252525"/>
                </a:solidFill>
                <a:latin typeface="MaruBuriot-Regular"/>
                <a:ea typeface="MaruBuriot-Regular"/>
              </a:rPr>
              <a:t>주유소 </a:t>
            </a:r>
            <a:r>
              <a:rPr lang="en-US" sz="1100" b="0" strike="noStrike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(BOJ #13305)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C9BD6F-B3FF-AA14-6CB9-003060D1FCD5}"/>
              </a:ext>
            </a:extLst>
          </p:cNvPr>
          <p:cNvSpPr txBox="1"/>
          <p:nvPr/>
        </p:nvSpPr>
        <p:spPr>
          <a:xfrm>
            <a:off x="7282999" y="2284026"/>
            <a:ext cx="4014360" cy="394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어떤 전략으로 기름을 넣어야 돈을 아낄 수 있을까요</a:t>
            </a:r>
            <a:r>
              <a:rPr lang="en-US" altLang="ko-KR" sz="1100" spc="-1" dirty="0">
                <a:solidFill>
                  <a:srgbClr val="252525"/>
                </a:solidFill>
                <a:latin typeface="MaruBuriot-ExtraLight"/>
                <a:ea typeface="MaruBuriot-ExtraLight"/>
              </a:rPr>
              <a:t>?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7D7F7D74-FC2B-E1B8-8932-EC44A41BD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005558" y="3192196"/>
            <a:ext cx="258750" cy="33120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910B30F3-FB02-5407-8C0C-FE7831146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87732" y="3184186"/>
            <a:ext cx="258750" cy="331200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2D661FA6-1BCD-18CA-864C-58E72F96F5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87732" y="1917723"/>
            <a:ext cx="258750" cy="33120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484A6ABE-0128-FB68-9659-C7A1035377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005558" y="4408288"/>
            <a:ext cx="258750" cy="33120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29B4CD83-41E0-61F2-624B-5905D391BC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002883" y="1917546"/>
            <a:ext cx="258750" cy="331200"/>
          </a:xfrm>
          <a:prstGeom prst="rect">
            <a:avLst/>
          </a:prstGeom>
        </p:spPr>
      </p:pic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17F87D19-B34A-703E-67A7-D2004D580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16</a:t>
            </a:fld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53F05D5-ABD3-9C18-BAEA-34D9D3A47C34}"/>
              </a:ext>
            </a:extLst>
          </p:cNvPr>
          <p:cNvGrpSpPr/>
          <p:nvPr/>
        </p:nvGrpSpPr>
        <p:grpSpPr>
          <a:xfrm>
            <a:off x="1185590" y="4314787"/>
            <a:ext cx="4068360" cy="960840"/>
            <a:chOff x="7189920" y="1751040"/>
            <a:chExt cx="4068360" cy="96084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5FF76F5-C68E-0393-17EF-D9892A7879B5}"/>
                </a:ext>
              </a:extLst>
            </p:cNvPr>
            <p:cNvGrpSpPr/>
            <p:nvPr/>
          </p:nvGrpSpPr>
          <p:grpSpPr>
            <a:xfrm>
              <a:off x="7189920" y="1751040"/>
              <a:ext cx="4057920" cy="529200"/>
              <a:chOff x="7189920" y="1751040"/>
              <a:chExt cx="4057920" cy="529200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7048F61-8990-2D28-3807-4DF1F4772A4E}"/>
                  </a:ext>
                </a:extLst>
              </p:cNvPr>
              <p:cNvSpPr txBox="1"/>
              <p:nvPr/>
            </p:nvSpPr>
            <p:spPr>
              <a:xfrm>
                <a:off x="7189920" y="1751040"/>
                <a:ext cx="4057920" cy="529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0" strike="noStrike" spc="-1" dirty="0">
                    <a:solidFill>
                      <a:srgbClr val="252525"/>
                    </a:solidFill>
                    <a:latin typeface="MaruBuriot-Regular"/>
                    <a:ea typeface="MaruBuriot-Regular"/>
                  </a:rPr>
                  <a:t>회의실 배정 </a:t>
                </a:r>
                <a:r>
                  <a:rPr lang="en-US" sz="1100" b="0" strike="noStrike" spc="-1" dirty="0">
                    <a:solidFill>
                      <a:srgbClr val="252525"/>
                    </a:solidFill>
                    <a:latin typeface="MaruBuriot-ExtraLight"/>
                    <a:ea typeface="MaruBuriot-ExtraLight"/>
                  </a:rPr>
                  <a:t>(BOJ #1931)</a:t>
                </a:r>
                <a:endParaRPr lang="en-US" sz="11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88C5C7-062A-B518-F9A3-DC32369CFDEC}"/>
                </a:ext>
              </a:extLst>
            </p:cNvPr>
            <p:cNvSpPr txBox="1"/>
            <p:nvPr/>
          </p:nvSpPr>
          <p:spPr>
            <a:xfrm>
              <a:off x="7189920" y="2216520"/>
              <a:ext cx="4068360" cy="495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b="0" strike="noStrike" spc="-1" dirty="0">
                  <a:solidFill>
                    <a:srgbClr val="252525"/>
                  </a:solidFill>
                  <a:latin typeface="MaruBuriot-ExtraLight"/>
                  <a:ea typeface="MaruBuriot-ExtraLight"/>
                </a:rPr>
                <a:t>진짜 정말 많이 유명한 문제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2" name="그래픽 21">
            <a:extLst>
              <a:ext uri="{FF2B5EF4-FFF2-40B4-BE49-F238E27FC236}">
                <a16:creationId xmlns:a16="http://schemas.microsoft.com/office/drawing/2014/main" id="{A81BFE4A-514B-7429-12A9-FC6059CA08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7732" y="4413787"/>
            <a:ext cx="258750" cy="331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그림 444"/>
          <p:cNvPicPr/>
          <p:nvPr/>
        </p:nvPicPr>
        <p:blipFill>
          <a:blip r:embed="rId2"/>
          <a:stretch/>
        </p:blipFill>
        <p:spPr>
          <a:xfrm>
            <a:off x="3513960" y="859320"/>
            <a:ext cx="5164200" cy="5139360"/>
          </a:xfrm>
          <a:prstGeom prst="rect">
            <a:avLst/>
          </a:prstGeom>
          <a:ln w="0">
            <a:noFill/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EFB1BAE-2EAC-D228-8CB0-90976A92D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Words>2105</Words>
  <Application>Microsoft Office PowerPoint</Application>
  <PresentationFormat>와이드스크린</PresentationFormat>
  <Paragraphs>192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MaruBuriot-Bold</vt:lpstr>
      <vt:lpstr>MaruBuriot-ExtraLight</vt:lpstr>
      <vt:lpstr>MaruBuriot-Light</vt:lpstr>
      <vt:lpstr>MaruBuriot-Regular</vt:lpstr>
      <vt:lpstr>MaruBuriot-SemiBold</vt:lpstr>
      <vt:lpstr>마루 부리OTF 가는</vt:lpstr>
      <vt:lpstr>맑은 고딕</vt:lpstr>
      <vt:lpstr>Arial</vt:lpstr>
      <vt:lpstr>Cambria Math</vt:lpstr>
      <vt:lpstr>Consolas</vt:lpstr>
      <vt:lpstr>Office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김태우</cp:lastModifiedBy>
  <cp:revision>39</cp:revision>
  <dcterms:modified xsi:type="dcterms:W3CDTF">2026-03-23T03:03:24Z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