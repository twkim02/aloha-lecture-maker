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sldIdLst>
    <p:sldId id="258" r:id="rId2"/>
    <p:sldId id="268" r:id="rId3"/>
    <p:sldId id="273" r:id="rId4"/>
    <p:sldId id="274" r:id="rId5"/>
    <p:sldId id="275" r:id="rId6"/>
    <p:sldId id="277" r:id="rId7"/>
    <p:sldId id="280" r:id="rId8"/>
    <p:sldId id="281" r:id="rId9"/>
    <p:sldId id="284" r:id="rId10"/>
    <p:sldId id="283" r:id="rId11"/>
    <p:sldId id="282" r:id="rId12"/>
    <p:sldId id="285" r:id="rId13"/>
    <p:sldId id="288" r:id="rId14"/>
    <p:sldId id="290" r:id="rId15"/>
    <p:sldId id="289" r:id="rId16"/>
    <p:sldId id="291" r:id="rId17"/>
    <p:sldId id="292" r:id="rId18"/>
    <p:sldId id="297" r:id="rId19"/>
    <p:sldId id="298" r:id="rId20"/>
    <p:sldId id="295" r:id="rId21"/>
    <p:sldId id="266" r:id="rId22"/>
    <p:sldId id="296" r:id="rId23"/>
    <p:sldId id="299" r:id="rId24"/>
    <p:sldId id="267" r:id="rId25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Hack" panose="020B0604020202020204" charset="0"/>
      <p:regular r:id="rId31"/>
      <p:bold r:id="rId32"/>
      <p:italic r:id="rId33"/>
      <p:boldItalic r:id="rId34"/>
    </p:embeddedFont>
    <p:embeddedFont>
      <p:font typeface="마루 부리OTF 가는" panose="020B0600000101010101" pitchFamily="34" charset="-127"/>
      <p:regular r:id="rId35"/>
    </p:embeddedFont>
    <p:embeddedFont>
      <p:font typeface="마루 부리OTF 굵은" panose="020B0600000101010101" pitchFamily="34" charset="-127"/>
      <p:bold r:id="rId36"/>
    </p:embeddedFont>
    <p:embeddedFont>
      <p:font typeface="마루 부리OTF 아주가는" panose="020B0600000101010101" pitchFamily="34" charset="-127"/>
      <p:regular r:id="rId37"/>
    </p:embeddedFont>
    <p:embeddedFont>
      <p:font typeface="마루 부리OTF 중간" panose="020B0600000101010101" pitchFamily="34" charset="-127"/>
      <p:regular r:id="rId38"/>
    </p:embeddedFont>
    <p:embeddedFont>
      <p:font typeface="맑은 고딕" panose="020B0503020000020004" pitchFamily="34" charset="-127"/>
      <p:regular r:id="rId39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4F9"/>
    <a:srgbClr val="411E86"/>
    <a:srgbClr val="5F2CC6"/>
    <a:srgbClr val="F1D9F7"/>
    <a:srgbClr val="A281E3"/>
    <a:srgbClr val="D8D8F0"/>
    <a:srgbClr val="E6EAF5"/>
    <a:srgbClr val="DFF0F0"/>
    <a:srgbClr val="682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1F8B5-D0F5-4D14-9C08-422F5A900DE0}" v="125" dt="2025-03-26T02:39:40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3" autoAdjust="0"/>
    <p:restoredTop sz="94634" autoAdjust="0"/>
  </p:normalViewPr>
  <p:slideViewPr>
    <p:cSldViewPr snapToGrid="0">
      <p:cViewPr varScale="1">
        <p:scale>
          <a:sx n="79" d="100"/>
          <a:sy n="79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기 이" userId="a7a26d9c8dd22a97" providerId="LiveId" clId="{06D1F8B5-D0F5-4D14-9C08-422F5A900DE0}"/>
    <pc:docChg chg="undo custSel addSld delSld modSld">
      <pc:chgData name="상기 이" userId="a7a26d9c8dd22a97" providerId="LiveId" clId="{06D1F8B5-D0F5-4D14-9C08-422F5A900DE0}" dt="2025-03-27T00:35:59.139" v="9106" actId="2710"/>
      <pc:docMkLst>
        <pc:docMk/>
      </pc:docMkLst>
      <pc:sldChg chg="del">
        <pc:chgData name="상기 이" userId="a7a26d9c8dd22a97" providerId="LiveId" clId="{06D1F8B5-D0F5-4D14-9C08-422F5A900DE0}" dt="2025-03-17T07:13:26.959" v="5522" actId="47"/>
        <pc:sldMkLst>
          <pc:docMk/>
          <pc:sldMk cId="3801934207" sldId="257"/>
        </pc:sldMkLst>
      </pc:sldChg>
      <pc:sldChg chg="delSp modSp mod">
        <pc:chgData name="상기 이" userId="a7a26d9c8dd22a97" providerId="LiveId" clId="{06D1F8B5-D0F5-4D14-9C08-422F5A900DE0}" dt="2025-03-19T04:40:18.082" v="8545" actId="1076"/>
        <pc:sldMkLst>
          <pc:docMk/>
          <pc:sldMk cId="183260549" sldId="258"/>
        </pc:sldMkLst>
        <pc:spChg chg="mod">
          <ac:chgData name="상기 이" userId="a7a26d9c8dd22a97" providerId="LiveId" clId="{06D1F8B5-D0F5-4D14-9C08-422F5A900DE0}" dt="2025-03-17T04:20:55.561" v="1" actId="20577"/>
          <ac:spMkLst>
            <pc:docMk/>
            <pc:sldMk cId="183260549" sldId="258"/>
            <ac:spMk id="5" creationId="{94001C9F-D26D-C499-FAE9-918B1981B58A}"/>
          </ac:spMkLst>
        </pc:spChg>
        <pc:spChg chg="mod">
          <ac:chgData name="상기 이" userId="a7a26d9c8dd22a97" providerId="LiveId" clId="{06D1F8B5-D0F5-4D14-9C08-422F5A900DE0}" dt="2025-03-17T04:21:40.350" v="76" actId="20577"/>
          <ac:spMkLst>
            <pc:docMk/>
            <pc:sldMk cId="183260549" sldId="258"/>
            <ac:spMk id="8" creationId="{3E99FB9E-EA1E-734D-F71F-83B64E922638}"/>
          </ac:spMkLst>
        </pc:spChg>
        <pc:spChg chg="mod">
          <ac:chgData name="상기 이" userId="a7a26d9c8dd22a97" providerId="LiveId" clId="{06D1F8B5-D0F5-4D14-9C08-422F5A900DE0}" dt="2025-03-17T04:21:34.677" v="74" actId="20577"/>
          <ac:spMkLst>
            <pc:docMk/>
            <pc:sldMk cId="183260549" sldId="258"/>
            <ac:spMk id="9" creationId="{1E03DC33-A844-11CC-894B-5415B8862189}"/>
          </ac:spMkLst>
        </pc:spChg>
        <pc:spChg chg="mod">
          <ac:chgData name="상기 이" userId="a7a26d9c8dd22a97" providerId="LiveId" clId="{06D1F8B5-D0F5-4D14-9C08-422F5A900DE0}" dt="2025-03-19T04:39:59.097" v="8541" actId="1076"/>
          <ac:spMkLst>
            <pc:docMk/>
            <pc:sldMk cId="183260549" sldId="258"/>
            <ac:spMk id="28" creationId="{E2297504-9286-A4C0-50E2-E179B34DD0BD}"/>
          </ac:spMkLst>
        </pc:spChg>
        <pc:spChg chg="mod">
          <ac:chgData name="상기 이" userId="a7a26d9c8dd22a97" providerId="LiveId" clId="{06D1F8B5-D0F5-4D14-9C08-422F5A900DE0}" dt="2025-03-19T04:39:44.239" v="8539" actId="1076"/>
          <ac:spMkLst>
            <pc:docMk/>
            <pc:sldMk cId="183260549" sldId="258"/>
            <ac:spMk id="29" creationId="{C6FCEE5E-885A-C1E9-5E11-79268F7A9F64}"/>
          </ac:spMkLst>
        </pc:spChg>
        <pc:spChg chg="mod">
          <ac:chgData name="상기 이" userId="a7a26d9c8dd22a97" providerId="LiveId" clId="{06D1F8B5-D0F5-4D14-9C08-422F5A900DE0}" dt="2025-03-19T04:40:18.082" v="8545" actId="1076"/>
          <ac:spMkLst>
            <pc:docMk/>
            <pc:sldMk cId="183260549" sldId="258"/>
            <ac:spMk id="40" creationId="{F5FEE29A-D9E9-DA92-A526-15ACEE0A665F}"/>
          </ac:spMkLst>
        </pc:spChg>
        <pc:spChg chg="mod">
          <ac:chgData name="상기 이" userId="a7a26d9c8dd22a97" providerId="LiveId" clId="{06D1F8B5-D0F5-4D14-9C08-422F5A900DE0}" dt="2025-03-19T04:40:14.577" v="8544" actId="1076"/>
          <ac:spMkLst>
            <pc:docMk/>
            <pc:sldMk cId="183260549" sldId="258"/>
            <ac:spMk id="41" creationId="{21D97A53-70B9-3966-AB5D-07ED56F18C5F}"/>
          </ac:spMkLst>
        </pc:spChg>
      </pc:sldChg>
      <pc:sldChg chg="del">
        <pc:chgData name="상기 이" userId="a7a26d9c8dd22a97" providerId="LiveId" clId="{06D1F8B5-D0F5-4D14-9C08-422F5A900DE0}" dt="2025-03-19T03:58:15.475" v="6718" actId="47"/>
        <pc:sldMkLst>
          <pc:docMk/>
          <pc:sldMk cId="1660459090" sldId="260"/>
        </pc:sldMkLst>
      </pc:sldChg>
      <pc:sldChg chg="del">
        <pc:chgData name="상기 이" userId="a7a26d9c8dd22a97" providerId="LiveId" clId="{06D1F8B5-D0F5-4D14-9C08-422F5A900DE0}" dt="2025-03-19T03:58:18.610" v="6719" actId="47"/>
        <pc:sldMkLst>
          <pc:docMk/>
          <pc:sldMk cId="3988522149" sldId="261"/>
        </pc:sldMkLst>
      </pc:sldChg>
      <pc:sldChg chg="del">
        <pc:chgData name="상기 이" userId="a7a26d9c8dd22a97" providerId="LiveId" clId="{06D1F8B5-D0F5-4D14-9C08-422F5A900DE0}" dt="2025-03-19T03:58:20.324" v="6720" actId="47"/>
        <pc:sldMkLst>
          <pc:docMk/>
          <pc:sldMk cId="84977973" sldId="262"/>
        </pc:sldMkLst>
      </pc:sldChg>
      <pc:sldChg chg="del">
        <pc:chgData name="상기 이" userId="a7a26d9c8dd22a97" providerId="LiveId" clId="{06D1F8B5-D0F5-4D14-9C08-422F5A900DE0}" dt="2025-03-19T03:58:22.369" v="6721" actId="47"/>
        <pc:sldMkLst>
          <pc:docMk/>
          <pc:sldMk cId="3663853870" sldId="263"/>
        </pc:sldMkLst>
      </pc:sldChg>
      <pc:sldChg chg="del">
        <pc:chgData name="상기 이" userId="a7a26d9c8dd22a97" providerId="LiveId" clId="{06D1F8B5-D0F5-4D14-9C08-422F5A900DE0}" dt="2025-03-19T03:58:24.660" v="6722" actId="47"/>
        <pc:sldMkLst>
          <pc:docMk/>
          <pc:sldMk cId="1166811836" sldId="264"/>
        </pc:sldMkLst>
      </pc:sldChg>
      <pc:sldChg chg="del">
        <pc:chgData name="상기 이" userId="a7a26d9c8dd22a97" providerId="LiveId" clId="{06D1F8B5-D0F5-4D14-9C08-422F5A900DE0}" dt="2025-03-19T03:58:30.317" v="6723" actId="47"/>
        <pc:sldMkLst>
          <pc:docMk/>
          <pc:sldMk cId="185384171" sldId="265"/>
        </pc:sldMkLst>
      </pc:sldChg>
      <pc:sldChg chg="addSp delSp modSp mod">
        <pc:chgData name="상기 이" userId="a7a26d9c8dd22a97" providerId="LiveId" clId="{06D1F8B5-D0F5-4D14-9C08-422F5A900DE0}" dt="2025-03-26T02:20:19.825" v="8799" actId="20577"/>
        <pc:sldMkLst>
          <pc:docMk/>
          <pc:sldMk cId="1559702" sldId="266"/>
        </pc:sldMkLst>
        <pc:spChg chg="mod">
          <ac:chgData name="상기 이" userId="a7a26d9c8dd22a97" providerId="LiveId" clId="{06D1F8B5-D0F5-4D14-9C08-422F5A900DE0}" dt="2025-03-19T04:07:39.608" v="7249" actId="20577"/>
          <ac:spMkLst>
            <pc:docMk/>
            <pc:sldMk cId="1559702" sldId="266"/>
            <ac:spMk id="7" creationId="{7383A93D-F4E0-E683-C473-2AD0E7A50B52}"/>
          </ac:spMkLst>
        </pc:spChg>
        <pc:spChg chg="mod">
          <ac:chgData name="상기 이" userId="a7a26d9c8dd22a97" providerId="LiveId" clId="{06D1F8B5-D0F5-4D14-9C08-422F5A900DE0}" dt="2025-03-19T04:08:33.187" v="7289" actId="20577"/>
          <ac:spMkLst>
            <pc:docMk/>
            <pc:sldMk cId="1559702" sldId="266"/>
            <ac:spMk id="11" creationId="{CA47AF04-800F-CF98-2ED6-27C83E4530FE}"/>
          </ac:spMkLst>
        </pc:spChg>
        <pc:spChg chg="mod">
          <ac:chgData name="상기 이" userId="a7a26d9c8dd22a97" providerId="LiveId" clId="{06D1F8B5-D0F5-4D14-9C08-422F5A900DE0}" dt="2025-03-19T04:12:16.013" v="7507" actId="20577"/>
          <ac:spMkLst>
            <pc:docMk/>
            <pc:sldMk cId="1559702" sldId="266"/>
            <ac:spMk id="15" creationId="{7B5DDAAB-1D20-DCB5-EE2A-4CEE275E3B91}"/>
          </ac:spMkLst>
        </pc:spChg>
        <pc:spChg chg="mod">
          <ac:chgData name="상기 이" userId="a7a26d9c8dd22a97" providerId="LiveId" clId="{06D1F8B5-D0F5-4D14-9C08-422F5A900DE0}" dt="2025-03-26T02:20:19.825" v="8799" actId="20577"/>
          <ac:spMkLst>
            <pc:docMk/>
            <pc:sldMk cId="1559702" sldId="266"/>
            <ac:spMk id="19" creationId="{BBC55F67-6F0F-618D-4DD9-B0592E3B20E8}"/>
          </ac:spMkLst>
        </pc:spChg>
        <pc:spChg chg="mod">
          <ac:chgData name="상기 이" userId="a7a26d9c8dd22a97" providerId="LiveId" clId="{06D1F8B5-D0F5-4D14-9C08-422F5A900DE0}" dt="2025-03-19T04:10:35.961" v="7374" actId="20577"/>
          <ac:spMkLst>
            <pc:docMk/>
            <pc:sldMk cId="1559702" sldId="266"/>
            <ac:spMk id="21" creationId="{D278B6DF-292F-62DF-3714-F9A4617FAEBB}"/>
          </ac:spMkLst>
        </pc:spChg>
        <pc:spChg chg="mod">
          <ac:chgData name="상기 이" userId="a7a26d9c8dd22a97" providerId="LiveId" clId="{06D1F8B5-D0F5-4D14-9C08-422F5A900DE0}" dt="2025-03-26T02:20:12.854" v="8787" actId="20577"/>
          <ac:spMkLst>
            <pc:docMk/>
            <pc:sldMk cId="1559702" sldId="266"/>
            <ac:spMk id="34" creationId="{362886CA-81A1-AAF7-DE7B-51AAAD5D6F13}"/>
          </ac:spMkLst>
        </pc:spChg>
        <pc:spChg chg="mod">
          <ac:chgData name="상기 이" userId="a7a26d9c8dd22a97" providerId="LiveId" clId="{06D1F8B5-D0F5-4D14-9C08-422F5A900DE0}" dt="2025-03-19T04:09:53.237" v="7344" actId="20577"/>
          <ac:spMkLst>
            <pc:docMk/>
            <pc:sldMk cId="1559702" sldId="266"/>
            <ac:spMk id="36" creationId="{291424FA-4107-D1F2-BD99-1538D7F11479}"/>
          </ac:spMkLst>
        </pc:spChg>
        <pc:spChg chg="mod">
          <ac:chgData name="상기 이" userId="a7a26d9c8dd22a97" providerId="LiveId" clId="{06D1F8B5-D0F5-4D14-9C08-422F5A900DE0}" dt="2025-03-26T02:20:16.445" v="8793" actId="20577"/>
          <ac:spMkLst>
            <pc:docMk/>
            <pc:sldMk cId="1559702" sldId="266"/>
            <ac:spMk id="39" creationId="{6B22A60C-EB8A-18B8-34D1-DA1240F9DEFD}"/>
          </ac:spMkLst>
        </pc:spChg>
        <pc:spChg chg="mod">
          <ac:chgData name="상기 이" userId="a7a26d9c8dd22a97" providerId="LiveId" clId="{06D1F8B5-D0F5-4D14-9C08-422F5A900DE0}" dt="2025-03-19T04:12:02.458" v="7448" actId="20577"/>
          <ac:spMkLst>
            <pc:docMk/>
            <pc:sldMk cId="1559702" sldId="266"/>
            <ac:spMk id="41" creationId="{E33AADE3-E9AE-DDC3-A52E-CA0DA4DE8075}"/>
          </ac:spMkLst>
        </pc:spChg>
        <pc:grpChg chg="mod">
          <ac:chgData name="상기 이" userId="a7a26d9c8dd22a97" providerId="LiveId" clId="{06D1F8B5-D0F5-4D14-9C08-422F5A900DE0}" dt="2025-03-19T04:08:09.128" v="7252" actId="14826"/>
          <ac:grpSpMkLst>
            <pc:docMk/>
            <pc:sldMk cId="1559702" sldId="266"/>
            <ac:grpSpMk id="9" creationId="{3F12F775-532B-3A5C-6513-23CDFA918780}"/>
          </ac:grpSpMkLst>
        </pc:grpChg>
        <pc:grpChg chg="mod">
          <ac:chgData name="상기 이" userId="a7a26d9c8dd22a97" providerId="LiveId" clId="{06D1F8B5-D0F5-4D14-9C08-422F5A900DE0}" dt="2025-03-19T04:08:09.128" v="7252" actId="14826"/>
          <ac:grpSpMkLst>
            <pc:docMk/>
            <pc:sldMk cId="1559702" sldId="266"/>
            <ac:grpSpMk id="16" creationId="{E341961C-51C8-AD09-6FA4-6D0313682DC7}"/>
          </ac:grpSpMkLst>
        </pc:grpChg>
        <pc:grpChg chg="mod">
          <ac:chgData name="상기 이" userId="a7a26d9c8dd22a97" providerId="LiveId" clId="{06D1F8B5-D0F5-4D14-9C08-422F5A900DE0}" dt="2025-03-19T04:10:20.938" v="7345" actId="14826"/>
          <ac:grpSpMkLst>
            <pc:docMk/>
            <pc:sldMk cId="1559702" sldId="266"/>
            <ac:grpSpMk id="17" creationId="{80816266-DCD5-8A4C-A62A-45E0E84BBA7F}"/>
          </ac:grpSpMkLst>
        </pc:grpChg>
        <pc:grpChg chg="mod">
          <ac:chgData name="상기 이" userId="a7a26d9c8dd22a97" providerId="LiveId" clId="{06D1F8B5-D0F5-4D14-9C08-422F5A900DE0}" dt="2025-03-19T04:10:20.938" v="7345" actId="14826"/>
          <ac:grpSpMkLst>
            <pc:docMk/>
            <pc:sldMk cId="1559702" sldId="266"/>
            <ac:grpSpMk id="18" creationId="{5D5D57EA-215C-9B08-1744-B17B4A98963A}"/>
          </ac:grpSpMkLst>
        </pc:grpChg>
        <pc:grpChg chg="mod">
          <ac:chgData name="상기 이" userId="a7a26d9c8dd22a97" providerId="LiveId" clId="{06D1F8B5-D0F5-4D14-9C08-422F5A900DE0}" dt="2025-03-19T04:09:31.635" v="7292" actId="14826"/>
          <ac:grpSpMkLst>
            <pc:docMk/>
            <pc:sldMk cId="1559702" sldId="266"/>
            <ac:grpSpMk id="32" creationId="{3726B822-8D07-494E-D51C-23B33077616B}"/>
          </ac:grpSpMkLst>
        </pc:grpChg>
        <pc:grpChg chg="mod">
          <ac:chgData name="상기 이" userId="a7a26d9c8dd22a97" providerId="LiveId" clId="{06D1F8B5-D0F5-4D14-9C08-422F5A900DE0}" dt="2025-03-19T04:09:31.635" v="7292" actId="14826"/>
          <ac:grpSpMkLst>
            <pc:docMk/>
            <pc:sldMk cId="1559702" sldId="266"/>
            <ac:grpSpMk id="33" creationId="{0BBBB05C-5EBD-7019-F748-4BE98DA5879D}"/>
          </ac:grpSpMkLst>
        </pc:grpChg>
        <pc:grpChg chg="mod">
          <ac:chgData name="상기 이" userId="a7a26d9c8dd22a97" providerId="LiveId" clId="{06D1F8B5-D0F5-4D14-9C08-422F5A900DE0}" dt="2025-03-19T04:10:57.715" v="7375" actId="14826"/>
          <ac:grpSpMkLst>
            <pc:docMk/>
            <pc:sldMk cId="1559702" sldId="266"/>
            <ac:grpSpMk id="37" creationId="{09B881D0-0D3E-2900-7089-66A29F56E436}"/>
          </ac:grpSpMkLst>
        </pc:grpChg>
        <pc:grpChg chg="mod">
          <ac:chgData name="상기 이" userId="a7a26d9c8dd22a97" providerId="LiveId" clId="{06D1F8B5-D0F5-4D14-9C08-422F5A900DE0}" dt="2025-03-19T04:10:57.715" v="7375" actId="14826"/>
          <ac:grpSpMkLst>
            <pc:docMk/>
            <pc:sldMk cId="1559702" sldId="266"/>
            <ac:grpSpMk id="38" creationId="{A561F1D2-699D-8BE1-AFD5-8C50D93384C8}"/>
          </ac:grpSpMkLst>
        </pc:grpChg>
        <pc:picChg chg="add del mod">
          <ac:chgData name="상기 이" userId="a7a26d9c8dd22a97" providerId="LiveId" clId="{06D1F8B5-D0F5-4D14-9C08-422F5A900DE0}" dt="2025-03-19T04:08:09.128" v="7252" actId="14826"/>
          <ac:picMkLst>
            <pc:docMk/>
            <pc:sldMk cId="1559702" sldId="266"/>
            <ac:picMk id="10" creationId="{A7BE940B-E6D3-53BC-717F-055402626E01}"/>
          </ac:picMkLst>
        </pc:picChg>
        <pc:picChg chg="mod">
          <ac:chgData name="상기 이" userId="a7a26d9c8dd22a97" providerId="LiveId" clId="{06D1F8B5-D0F5-4D14-9C08-422F5A900DE0}" dt="2025-03-19T04:10:20.938" v="7345" actId="14826"/>
          <ac:picMkLst>
            <pc:docMk/>
            <pc:sldMk cId="1559702" sldId="266"/>
            <ac:picMk id="20" creationId="{5ABFB785-0693-76F8-5F2F-96C60DB27D81}"/>
          </ac:picMkLst>
        </pc:picChg>
        <pc:picChg chg="mod">
          <ac:chgData name="상기 이" userId="a7a26d9c8dd22a97" providerId="LiveId" clId="{06D1F8B5-D0F5-4D14-9C08-422F5A900DE0}" dt="2025-03-19T04:09:31.635" v="7292" actId="14826"/>
          <ac:picMkLst>
            <pc:docMk/>
            <pc:sldMk cId="1559702" sldId="266"/>
            <ac:picMk id="35" creationId="{31C961CA-52D6-3EF0-ADF3-ED9F37AEEC26}"/>
          </ac:picMkLst>
        </pc:picChg>
        <pc:picChg chg="mod">
          <ac:chgData name="상기 이" userId="a7a26d9c8dd22a97" providerId="LiveId" clId="{06D1F8B5-D0F5-4D14-9C08-422F5A900DE0}" dt="2025-03-19T04:10:57.715" v="7375" actId="14826"/>
          <ac:picMkLst>
            <pc:docMk/>
            <pc:sldMk cId="1559702" sldId="266"/>
            <ac:picMk id="40" creationId="{E5C0FA43-F596-3BCE-ADAB-B48F7FF51817}"/>
          </ac:picMkLst>
        </pc:picChg>
      </pc:sldChg>
      <pc:sldChg chg="addSp delSp modSp add mod">
        <pc:chgData name="상기 이" userId="a7a26d9c8dd22a97" providerId="LiveId" clId="{06D1F8B5-D0F5-4D14-9C08-422F5A900DE0}" dt="2025-03-19T04:51:27.678" v="8680" actId="20577"/>
        <pc:sldMkLst>
          <pc:docMk/>
          <pc:sldMk cId="2966107600" sldId="268"/>
        </pc:sldMkLst>
        <pc:spChg chg="mod">
          <ac:chgData name="상기 이" userId="a7a26d9c8dd22a97" providerId="LiveId" clId="{06D1F8B5-D0F5-4D14-9C08-422F5A900DE0}" dt="2025-03-17T04:22:57.734" v="167" actId="20577"/>
          <ac:spMkLst>
            <pc:docMk/>
            <pc:sldMk cId="2966107600" sldId="268"/>
            <ac:spMk id="7" creationId="{D2BD6C73-5002-B54F-7029-DA02DFAF849E}"/>
          </ac:spMkLst>
        </pc:spChg>
        <pc:spChg chg="mod">
          <ac:chgData name="상기 이" userId="a7a26d9c8dd22a97" providerId="LiveId" clId="{06D1F8B5-D0F5-4D14-9C08-422F5A900DE0}" dt="2025-03-17T04:23:12.485" v="213" actId="20577"/>
          <ac:spMkLst>
            <pc:docMk/>
            <pc:sldMk cId="2966107600" sldId="268"/>
            <ac:spMk id="8" creationId="{E101432C-14A3-FD49-96F6-ABC470A9EF19}"/>
          </ac:spMkLst>
        </pc:spChg>
        <pc:spChg chg="mod">
          <ac:chgData name="상기 이" userId="a7a26d9c8dd22a97" providerId="LiveId" clId="{06D1F8B5-D0F5-4D14-9C08-422F5A900DE0}" dt="2025-03-19T04:51:27.678" v="8680" actId="20577"/>
          <ac:spMkLst>
            <pc:docMk/>
            <pc:sldMk cId="2966107600" sldId="268"/>
            <ac:spMk id="10" creationId="{48A4D10F-1778-3751-E033-58EF4B509B65}"/>
          </ac:spMkLst>
        </pc:spChg>
        <pc:spChg chg="mod">
          <ac:chgData name="상기 이" userId="a7a26d9c8dd22a97" providerId="LiveId" clId="{06D1F8B5-D0F5-4D14-9C08-422F5A900DE0}" dt="2025-03-17T05:11:56.671" v="2416" actId="207"/>
          <ac:spMkLst>
            <pc:docMk/>
            <pc:sldMk cId="2966107600" sldId="268"/>
            <ac:spMk id="45" creationId="{96003045-9589-F7C8-55AE-5A200CF8BC65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46" creationId="{FD6ABA0C-9055-F9DA-6005-59C6D4432D8A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47" creationId="{A57864BB-E124-A313-212A-C5C40D60171F}"/>
          </ac:spMkLst>
        </pc:spChg>
        <pc:spChg chg="mod">
          <ac:chgData name="상기 이" userId="a7a26d9c8dd22a97" providerId="LiveId" clId="{06D1F8B5-D0F5-4D14-9C08-422F5A900DE0}" dt="2025-03-17T05:11:15.994" v="2388" actId="20577"/>
          <ac:spMkLst>
            <pc:docMk/>
            <pc:sldMk cId="2966107600" sldId="268"/>
            <ac:spMk id="48" creationId="{FEE9BF62-9ECC-BC1E-581C-56127C66AA73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49" creationId="{26A8D6FA-03D6-B7A9-74BC-7B3282B7B4F0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50" creationId="{AA9F8DFC-8353-F6F2-EDDB-8E5CF5A43BC0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51" creationId="{4F9E5641-D923-F9B5-54C9-BB9BB9E9F96A}"/>
          </ac:spMkLst>
        </pc:spChg>
        <pc:spChg chg="mod">
          <ac:chgData name="상기 이" userId="a7a26d9c8dd22a97" providerId="LiveId" clId="{06D1F8B5-D0F5-4D14-9C08-422F5A900DE0}" dt="2025-03-17T05:11:23.165" v="2396" actId="20577"/>
          <ac:spMkLst>
            <pc:docMk/>
            <pc:sldMk cId="2966107600" sldId="268"/>
            <ac:spMk id="52" creationId="{D9548DF8-6C38-24A0-BF78-CEC3DE38AC62}"/>
          </ac:spMkLst>
        </pc:spChg>
        <pc:spChg chg="mod">
          <ac:chgData name="상기 이" userId="a7a26d9c8dd22a97" providerId="LiveId" clId="{06D1F8B5-D0F5-4D14-9C08-422F5A900DE0}" dt="2025-03-17T05:11:26.157" v="2400" actId="20577"/>
          <ac:spMkLst>
            <pc:docMk/>
            <pc:sldMk cId="2966107600" sldId="268"/>
            <ac:spMk id="54" creationId="{583963B0-074A-99C0-9A63-7930A4F696E7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55" creationId="{A41B5697-553F-1A20-0582-F83E3E23F6EF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56" creationId="{DC3359B3-F3AF-437B-010D-9EED523EBB4E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65" creationId="{1CD1BA31-6301-41BD-E0FD-F4F55859C75C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69" creationId="{10B3B0BD-5ADF-6359-B261-554716BEE076}"/>
          </ac:spMkLst>
        </pc:spChg>
        <pc:spChg chg="add mod">
          <ac:chgData name="상기 이" userId="a7a26d9c8dd22a97" providerId="LiveId" clId="{06D1F8B5-D0F5-4D14-9C08-422F5A900DE0}" dt="2025-03-17T05:20:30.821" v="2546" actId="164"/>
          <ac:spMkLst>
            <pc:docMk/>
            <pc:sldMk cId="2966107600" sldId="268"/>
            <ac:spMk id="70" creationId="{C01A6181-62B7-3B2E-C5A5-D63D678A0A0F}"/>
          </ac:spMkLst>
        </pc:spChg>
      </pc:sldChg>
      <pc:sldChg chg="new del">
        <pc:chgData name="상기 이" userId="a7a26d9c8dd22a97" providerId="LiveId" clId="{06D1F8B5-D0F5-4D14-9C08-422F5A900DE0}" dt="2025-03-17T04:22:44.932" v="120" actId="47"/>
        <pc:sldMkLst>
          <pc:docMk/>
          <pc:sldMk cId="3508862837" sldId="268"/>
        </pc:sldMkLst>
      </pc:sldChg>
      <pc:sldChg chg="addSp delSp modSp add del mod">
        <pc:chgData name="상기 이" userId="a7a26d9c8dd22a97" providerId="LiveId" clId="{06D1F8B5-D0F5-4D14-9C08-422F5A900DE0}" dt="2025-03-17T04:50:27.088" v="1266" actId="47"/>
        <pc:sldMkLst>
          <pc:docMk/>
          <pc:sldMk cId="464752446" sldId="269"/>
        </pc:sldMkLst>
      </pc:sldChg>
      <pc:sldChg chg="modSp add del mod">
        <pc:chgData name="상기 이" userId="a7a26d9c8dd22a97" providerId="LiveId" clId="{06D1F8B5-D0F5-4D14-9C08-422F5A900DE0}" dt="2025-03-17T04:36:41.430" v="616" actId="47"/>
        <pc:sldMkLst>
          <pc:docMk/>
          <pc:sldMk cId="849717551" sldId="269"/>
        </pc:sldMkLst>
      </pc:sldChg>
      <pc:sldChg chg="add del">
        <pc:chgData name="상기 이" userId="a7a26d9c8dd22a97" providerId="LiveId" clId="{06D1F8B5-D0F5-4D14-9C08-422F5A900DE0}" dt="2025-03-17T04:30:35.944" v="467" actId="47"/>
        <pc:sldMkLst>
          <pc:docMk/>
          <pc:sldMk cId="1670976447" sldId="269"/>
        </pc:sldMkLst>
      </pc:sldChg>
      <pc:sldChg chg="delSp modSp add del mod">
        <pc:chgData name="상기 이" userId="a7a26d9c8dd22a97" providerId="LiveId" clId="{06D1F8B5-D0F5-4D14-9C08-422F5A900DE0}" dt="2025-03-17T04:50:25.924" v="1265" actId="47"/>
        <pc:sldMkLst>
          <pc:docMk/>
          <pc:sldMk cId="2066537872" sldId="270"/>
        </pc:sldMkLst>
      </pc:sldChg>
      <pc:sldChg chg="add del">
        <pc:chgData name="상기 이" userId="a7a26d9c8dd22a97" providerId="LiveId" clId="{06D1F8B5-D0F5-4D14-9C08-422F5A900DE0}" dt="2025-03-17T04:36:41.430" v="616" actId="47"/>
        <pc:sldMkLst>
          <pc:docMk/>
          <pc:sldMk cId="2806079976" sldId="270"/>
        </pc:sldMkLst>
      </pc:sldChg>
      <pc:sldChg chg="add del">
        <pc:chgData name="상기 이" userId="a7a26d9c8dd22a97" providerId="LiveId" clId="{06D1F8B5-D0F5-4D14-9C08-422F5A900DE0}" dt="2025-03-17T04:50:19.880" v="1261" actId="47"/>
        <pc:sldMkLst>
          <pc:docMk/>
          <pc:sldMk cId="351864545" sldId="271"/>
        </pc:sldMkLst>
      </pc:sldChg>
      <pc:sldChg chg="add del">
        <pc:chgData name="상기 이" userId="a7a26d9c8dd22a97" providerId="LiveId" clId="{06D1F8B5-D0F5-4D14-9C08-422F5A900DE0}" dt="2025-03-17T04:36:41.430" v="616" actId="47"/>
        <pc:sldMkLst>
          <pc:docMk/>
          <pc:sldMk cId="2188636881" sldId="271"/>
        </pc:sldMkLst>
      </pc:sldChg>
      <pc:sldChg chg="add del">
        <pc:chgData name="상기 이" userId="a7a26d9c8dd22a97" providerId="LiveId" clId="{06D1F8B5-D0F5-4D14-9C08-422F5A900DE0}" dt="2025-03-17T04:50:38.362" v="1269" actId="47"/>
        <pc:sldMkLst>
          <pc:docMk/>
          <pc:sldMk cId="1880038430" sldId="272"/>
        </pc:sldMkLst>
      </pc:sldChg>
      <pc:sldChg chg="add del">
        <pc:chgData name="상기 이" userId="a7a26d9c8dd22a97" providerId="LiveId" clId="{06D1F8B5-D0F5-4D14-9C08-422F5A900DE0}" dt="2025-03-17T04:36:41.430" v="616" actId="47"/>
        <pc:sldMkLst>
          <pc:docMk/>
          <pc:sldMk cId="3908892774" sldId="272"/>
        </pc:sldMkLst>
      </pc:sldChg>
      <pc:sldChg chg="addSp delSp modSp add mod">
        <pc:chgData name="상기 이" userId="a7a26d9c8dd22a97" providerId="LiveId" clId="{06D1F8B5-D0F5-4D14-9C08-422F5A900DE0}" dt="2025-03-26T02:00:53.577" v="8687"/>
        <pc:sldMkLst>
          <pc:docMk/>
          <pc:sldMk cId="3405032655" sldId="273"/>
        </pc:sldMkLst>
        <pc:spChg chg="mod">
          <ac:chgData name="상기 이" userId="a7a26d9c8dd22a97" providerId="LiveId" clId="{06D1F8B5-D0F5-4D14-9C08-422F5A900DE0}" dt="2025-03-26T02:00:53.577" v="8687"/>
          <ac:spMkLst>
            <pc:docMk/>
            <pc:sldMk cId="3405032655" sldId="273"/>
            <ac:spMk id="10" creationId="{9DF5A8E8-2FF2-82C8-31A8-19861F30C9FF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81" creationId="{51F96635-B30A-CC92-5B96-C74CAA27F5D8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82" creationId="{6F81CE6E-6C7C-F9FB-F00C-338F02DD8C4E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86" creationId="{67666308-72DC-BDD7-6C2C-696C00C325C7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87" creationId="{EEDFD1F8-7DE1-2B65-C3AC-BE7669AD1A4C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90" creationId="{73876E42-6196-D964-0799-4179EE3901D8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91" creationId="{FE2D45F2-946E-4E9C-3116-39EAF11001B5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92" creationId="{516DFE17-5BF2-8569-07A3-8B22776803EB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100" creationId="{6F4C1B43-4880-DAA4-0BF1-4CD2C8F89562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103" creationId="{A0D646F9-F2D1-23E5-B75A-8C873284AF7D}"/>
          </ac:spMkLst>
        </pc:spChg>
        <pc:spChg chg="mod">
          <ac:chgData name="상기 이" userId="a7a26d9c8dd22a97" providerId="LiveId" clId="{06D1F8B5-D0F5-4D14-9C08-422F5A900DE0}" dt="2025-03-17T05:20:38.773" v="2548"/>
          <ac:spMkLst>
            <pc:docMk/>
            <pc:sldMk cId="3405032655" sldId="273"/>
            <ac:spMk id="105" creationId="{4C640110-1930-E9F0-A4C7-B4E37CF63C59}"/>
          </ac:spMkLst>
        </pc:spChg>
      </pc:sldChg>
      <pc:sldChg chg="addSp delSp modSp add mod">
        <pc:chgData name="상기 이" userId="a7a26d9c8dd22a97" providerId="LiveId" clId="{06D1F8B5-D0F5-4D14-9C08-422F5A900DE0}" dt="2025-03-26T02:32:30.142" v="8832" actId="20577"/>
        <pc:sldMkLst>
          <pc:docMk/>
          <pc:sldMk cId="4015175422" sldId="274"/>
        </pc:sldMkLst>
        <pc:spChg chg="mod">
          <ac:chgData name="상기 이" userId="a7a26d9c8dd22a97" providerId="LiveId" clId="{06D1F8B5-D0F5-4D14-9C08-422F5A900DE0}" dt="2025-03-26T02:32:30.142" v="8832" actId="20577"/>
          <ac:spMkLst>
            <pc:docMk/>
            <pc:sldMk cId="4015175422" sldId="274"/>
            <ac:spMk id="10" creationId="{3628F649-4C4C-AB44-5F11-8FFB969070E1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45" creationId="{0E3D9EBB-EC6B-5C6E-E14E-829B46F3B334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47" creationId="{A66E78C2-C66F-5F4C-4451-A3F904AE9356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48" creationId="{6A0848C7-6C1E-2C5F-27C6-7B7C73742B15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49" creationId="{AFCB69D7-4C80-CFA5-C1FD-5EDDDBB28FEA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53" creationId="{8EA7D908-94AC-5B86-D84A-9C8615E9A22C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55" creationId="{D0E59E15-D909-BE51-C05B-28373B354F68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63" creationId="{1219CAE4-A072-9B77-E7E4-CA305EB667B1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67" creationId="{70EC17D2-434F-C638-47AE-66F440C74878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68" creationId="{0F80FF96-9B6F-5BCC-45AD-83F059DA08BC}"/>
          </ac:spMkLst>
        </pc:spChg>
        <pc:spChg chg="mod">
          <ac:chgData name="상기 이" userId="a7a26d9c8dd22a97" providerId="LiveId" clId="{06D1F8B5-D0F5-4D14-9C08-422F5A900DE0}" dt="2025-03-17T05:20:54.395" v="2553"/>
          <ac:spMkLst>
            <pc:docMk/>
            <pc:sldMk cId="4015175422" sldId="274"/>
            <ac:spMk id="69" creationId="{DA663A4E-7316-6CE3-88E6-4D118A38A74F}"/>
          </ac:spMkLst>
        </pc:spChg>
      </pc:sldChg>
      <pc:sldChg chg="addSp delSp modSp add mod">
        <pc:chgData name="상기 이" userId="a7a26d9c8dd22a97" providerId="LiveId" clId="{06D1F8B5-D0F5-4D14-9C08-422F5A900DE0}" dt="2025-03-19T04:41:53.534" v="8557" actId="207"/>
        <pc:sldMkLst>
          <pc:docMk/>
          <pc:sldMk cId="2231621303" sldId="275"/>
        </pc:sldMkLst>
        <pc:spChg chg="mod">
          <ac:chgData name="상기 이" userId="a7a26d9c8dd22a97" providerId="LiveId" clId="{06D1F8B5-D0F5-4D14-9C08-422F5A900DE0}" dt="2025-03-17T05:14:18.642" v="2448" actId="20577"/>
          <ac:spMkLst>
            <pc:docMk/>
            <pc:sldMk cId="2231621303" sldId="275"/>
            <ac:spMk id="10" creationId="{C0626720-1BBD-A1BB-A9E1-56BDE231E74A}"/>
          </ac:spMkLst>
        </pc:spChg>
        <pc:spChg chg="add mod">
          <ac:chgData name="상기 이" userId="a7a26d9c8dd22a97" providerId="LiveId" clId="{06D1F8B5-D0F5-4D14-9C08-422F5A900DE0}" dt="2025-03-19T04:41:53.534" v="8557" actId="207"/>
          <ac:spMkLst>
            <pc:docMk/>
            <pc:sldMk cId="2231621303" sldId="275"/>
            <ac:spMk id="47" creationId="{6C9DD2D6-1A21-DDCA-A15E-27FBFFD5E5AF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49" creationId="{643E5475-330B-5F16-5D7E-E5C60948DBEC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50" creationId="{15A3EACC-AD23-7CB7-C141-9FE1A2DE9ABC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54" creationId="{DA477FD6-AC49-B317-2A38-1FCFF9C9D3C2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55" creationId="{BCC13469-8608-CFB8-A0D1-FCEC8DA5B448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56" creationId="{0297EA69-4FF7-C7BD-6E41-0802D58BDDFA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57" creationId="{C5A8AC57-FC23-42D4-67E4-62F9752EEAAB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59" creationId="{B37EB216-DC07-17C0-9E3A-B7B1346B8FD8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69" creationId="{196C0B30-610C-B7D0-C3C0-9B1D8A22A193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72" creationId="{D0651A37-6C9A-7EA0-E4AB-8C4D6BE7906C}"/>
          </ac:spMkLst>
        </pc:spChg>
        <pc:spChg chg="add mod">
          <ac:chgData name="상기 이" userId="a7a26d9c8dd22a97" providerId="LiveId" clId="{06D1F8B5-D0F5-4D14-9C08-422F5A900DE0}" dt="2025-03-17T05:19:25.055" v="2539" actId="164"/>
          <ac:spMkLst>
            <pc:docMk/>
            <pc:sldMk cId="2231621303" sldId="275"/>
            <ac:spMk id="73" creationId="{09D7F7D4-314B-FEB9-7899-21DFE912FA2D}"/>
          </ac:spMkLst>
        </pc:spChg>
        <pc:grpChg chg="mod">
          <ac:chgData name="상기 이" userId="a7a26d9c8dd22a97" providerId="LiveId" clId="{06D1F8B5-D0F5-4D14-9C08-422F5A900DE0}" dt="2025-03-17T05:19:58.787" v="2545" actId="1076"/>
          <ac:grpSpMkLst>
            <pc:docMk/>
            <pc:sldMk cId="2231621303" sldId="275"/>
            <ac:grpSpMk id="74" creationId="{C37816E4-C3BC-0A9F-4C79-3F284DCD8E2C}"/>
          </ac:grpSpMkLst>
        </pc:grpChg>
        <pc:graphicFrameChg chg="add mod modGraphic">
          <ac:chgData name="상기 이" userId="a7a26d9c8dd22a97" providerId="LiveId" clId="{06D1F8B5-D0F5-4D14-9C08-422F5A900DE0}" dt="2025-03-17T05:19:52.497" v="2544" actId="1076"/>
          <ac:graphicFrameMkLst>
            <pc:docMk/>
            <pc:sldMk cId="2231621303" sldId="275"/>
            <ac:graphicFrameMk id="19" creationId="{9521A9E5-DDA3-C718-9EB6-207251801D2F}"/>
          </ac:graphicFrameMkLst>
        </pc:graphicFrameChg>
      </pc:sldChg>
      <pc:sldChg chg="addSp delSp modSp add del mod">
        <pc:chgData name="상기 이" userId="a7a26d9c8dd22a97" providerId="LiveId" clId="{06D1F8B5-D0F5-4D14-9C08-422F5A900DE0}" dt="2025-03-17T05:26:33.244" v="2812" actId="47"/>
        <pc:sldMkLst>
          <pc:docMk/>
          <pc:sldMk cId="788949086" sldId="276"/>
        </pc:sldMkLst>
      </pc:sldChg>
      <pc:sldChg chg="addSp delSp modSp add mod">
        <pc:chgData name="상기 이" userId="a7a26d9c8dd22a97" providerId="LiveId" clId="{06D1F8B5-D0F5-4D14-9C08-422F5A900DE0}" dt="2025-03-26T02:33:41.846" v="8836" actId="20577"/>
        <pc:sldMkLst>
          <pc:docMk/>
          <pc:sldMk cId="3049200498" sldId="277"/>
        </pc:sldMkLst>
        <pc:spChg chg="add mod">
          <ac:chgData name="상기 이" userId="a7a26d9c8dd22a97" providerId="LiveId" clId="{06D1F8B5-D0F5-4D14-9C08-422F5A900DE0}" dt="2025-03-17T05:29:00.414" v="3016" actId="20577"/>
          <ac:spMkLst>
            <pc:docMk/>
            <pc:sldMk cId="3049200498" sldId="277"/>
            <ac:spMk id="9" creationId="{099C055D-DEEF-3320-5568-47F1777B22F5}"/>
          </ac:spMkLst>
        </pc:spChg>
        <pc:spChg chg="add del mod">
          <ac:chgData name="상기 이" userId="a7a26d9c8dd22a97" providerId="LiveId" clId="{06D1F8B5-D0F5-4D14-9C08-422F5A900DE0}" dt="2025-03-17T05:25:15.475" v="2674" actId="47"/>
          <ac:spMkLst>
            <pc:docMk/>
            <pc:sldMk cId="3049200498" sldId="277"/>
            <ac:spMk id="11" creationId="{F79B88D8-287C-89AE-F4E4-EBC62AEDA5DB}"/>
          </ac:spMkLst>
        </pc:spChg>
        <pc:spChg chg="add mod">
          <ac:chgData name="상기 이" userId="a7a26d9c8dd22a97" providerId="LiveId" clId="{06D1F8B5-D0F5-4D14-9C08-422F5A900DE0}" dt="2025-03-26T02:33:41.846" v="8836" actId="20577"/>
          <ac:spMkLst>
            <pc:docMk/>
            <pc:sldMk cId="3049200498" sldId="277"/>
            <ac:spMk id="14" creationId="{CB562EEC-8285-9732-6282-EC4B47F69008}"/>
          </ac:spMkLst>
        </pc:spChg>
        <pc:spChg chg="mod">
          <ac:chgData name="상기 이" userId="a7a26d9c8dd22a97" providerId="LiveId" clId="{06D1F8B5-D0F5-4D14-9C08-422F5A900DE0}" dt="2025-03-19T04:42:18.108" v="8573" actId="13926"/>
          <ac:spMkLst>
            <pc:docMk/>
            <pc:sldMk cId="3049200498" sldId="277"/>
            <ac:spMk id="47" creationId="{A635354D-D48D-A6CD-419F-867812BFE5B9}"/>
          </ac:spMkLst>
        </pc:spChg>
        <pc:grpChg chg="mod">
          <ac:chgData name="상기 이" userId="a7a26d9c8dd22a97" providerId="LiveId" clId="{06D1F8B5-D0F5-4D14-9C08-422F5A900DE0}" dt="2025-03-17T05:22:45.200" v="2565" actId="14100"/>
          <ac:grpSpMkLst>
            <pc:docMk/>
            <pc:sldMk cId="3049200498" sldId="277"/>
            <ac:grpSpMk id="74" creationId="{B391680C-7FEB-58CD-3C8A-B5FDAD0D919E}"/>
          </ac:grpSpMkLst>
        </pc:grpChg>
      </pc:sldChg>
      <pc:sldChg chg="add del">
        <pc:chgData name="상기 이" userId="a7a26d9c8dd22a97" providerId="LiveId" clId="{06D1F8B5-D0F5-4D14-9C08-422F5A900DE0}" dt="2025-03-17T05:33:54.127" v="3276"/>
        <pc:sldMkLst>
          <pc:docMk/>
          <pc:sldMk cId="1659730613" sldId="278"/>
        </pc:sldMkLst>
      </pc:sldChg>
      <pc:sldChg chg="modSp add del mod">
        <pc:chgData name="상기 이" userId="a7a26d9c8dd22a97" providerId="LiveId" clId="{06D1F8B5-D0F5-4D14-9C08-422F5A900DE0}" dt="2025-03-17T05:33:34.912" v="3273" actId="47"/>
        <pc:sldMkLst>
          <pc:docMk/>
          <pc:sldMk cId="3522534217" sldId="278"/>
        </pc:sldMkLst>
      </pc:sldChg>
      <pc:sldChg chg="add del">
        <pc:chgData name="상기 이" userId="a7a26d9c8dd22a97" providerId="LiveId" clId="{06D1F8B5-D0F5-4D14-9C08-422F5A900DE0}" dt="2025-03-17T05:33:36.168" v="3274" actId="47"/>
        <pc:sldMkLst>
          <pc:docMk/>
          <pc:sldMk cId="2649633350" sldId="279"/>
        </pc:sldMkLst>
      </pc:sldChg>
      <pc:sldChg chg="modSp add mod">
        <pc:chgData name="상기 이" userId="a7a26d9c8dd22a97" providerId="LiveId" clId="{06D1F8B5-D0F5-4D14-9C08-422F5A900DE0}" dt="2025-03-26T02:33:34.754" v="8835" actId="20577"/>
        <pc:sldMkLst>
          <pc:docMk/>
          <pc:sldMk cId="2899755562" sldId="280"/>
        </pc:sldMkLst>
        <pc:spChg chg="mod">
          <ac:chgData name="상기 이" userId="a7a26d9c8dd22a97" providerId="LiveId" clId="{06D1F8B5-D0F5-4D14-9C08-422F5A900DE0}" dt="2025-03-26T02:33:34.754" v="8835" actId="20577"/>
          <ac:spMkLst>
            <pc:docMk/>
            <pc:sldMk cId="2899755562" sldId="280"/>
            <ac:spMk id="14" creationId="{71483BEF-D74B-5354-E2FB-0CBBABCE4E93}"/>
          </ac:spMkLst>
        </pc:spChg>
        <pc:spChg chg="mod">
          <ac:chgData name="상기 이" userId="a7a26d9c8dd22a97" providerId="LiveId" clId="{06D1F8B5-D0F5-4D14-9C08-422F5A900DE0}" dt="2025-03-26T02:33:24.761" v="8833" actId="20577"/>
          <ac:spMkLst>
            <pc:docMk/>
            <pc:sldMk cId="2899755562" sldId="280"/>
            <ac:spMk id="47" creationId="{3E958A9E-AE0A-3E22-EFCD-B6BF0D58E4C0}"/>
          </ac:spMkLst>
        </pc:spChg>
      </pc:sldChg>
      <pc:sldChg chg="delSp modSp add mod">
        <pc:chgData name="상기 이" userId="a7a26d9c8dd22a97" providerId="LiveId" clId="{06D1F8B5-D0F5-4D14-9C08-422F5A900DE0}" dt="2025-03-26T02:07:15.805" v="8690" actId="2710"/>
        <pc:sldMkLst>
          <pc:docMk/>
          <pc:sldMk cId="201511815" sldId="281"/>
        </pc:sldMkLst>
        <pc:spChg chg="mod">
          <ac:chgData name="상기 이" userId="a7a26d9c8dd22a97" providerId="LiveId" clId="{06D1F8B5-D0F5-4D14-9C08-422F5A900DE0}" dt="2025-03-17T05:34:18.117" v="3278"/>
          <ac:spMkLst>
            <pc:docMk/>
            <pc:sldMk cId="201511815" sldId="281"/>
            <ac:spMk id="7" creationId="{BCF485E1-41C2-41AC-2BFA-96B23A58A168}"/>
          </ac:spMkLst>
        </pc:spChg>
        <pc:spChg chg="mod">
          <ac:chgData name="상기 이" userId="a7a26d9c8dd22a97" providerId="LiveId" clId="{06D1F8B5-D0F5-4D14-9C08-422F5A900DE0}" dt="2025-03-17T06:15:48.692" v="4268" actId="20577"/>
          <ac:spMkLst>
            <pc:docMk/>
            <pc:sldMk cId="201511815" sldId="281"/>
            <ac:spMk id="8" creationId="{F14EFA90-615B-8CC8-DDF6-DFF6A18952F8}"/>
          </ac:spMkLst>
        </pc:spChg>
        <pc:spChg chg="mod">
          <ac:chgData name="상기 이" userId="a7a26d9c8dd22a97" providerId="LiveId" clId="{06D1F8B5-D0F5-4D14-9C08-422F5A900DE0}" dt="2025-03-26T02:07:15.805" v="8690" actId="2710"/>
          <ac:spMkLst>
            <pc:docMk/>
            <pc:sldMk cId="201511815" sldId="281"/>
            <ac:spMk id="17" creationId="{452934DD-BF11-38CD-7216-6D34B5723FA0}"/>
          </ac:spMkLst>
        </pc:spChg>
        <pc:spChg chg="mod">
          <ac:chgData name="상기 이" userId="a7a26d9c8dd22a97" providerId="LiveId" clId="{06D1F8B5-D0F5-4D14-9C08-422F5A900DE0}" dt="2025-03-17T05:35:32.934" v="3456" actId="20577"/>
          <ac:spMkLst>
            <pc:docMk/>
            <pc:sldMk cId="201511815" sldId="281"/>
            <ac:spMk id="26" creationId="{1B8E42B9-B0D2-D96F-6077-D388C7D0AD3D}"/>
          </ac:spMkLst>
        </pc:spChg>
      </pc:sldChg>
      <pc:sldChg chg="addSp delSp modSp add mod">
        <pc:chgData name="상기 이" userId="a7a26d9c8dd22a97" providerId="LiveId" clId="{06D1F8B5-D0F5-4D14-9C08-422F5A900DE0}" dt="2025-03-19T04:50:58.737" v="8677" actId="20577"/>
        <pc:sldMkLst>
          <pc:docMk/>
          <pc:sldMk cId="1666632012" sldId="282"/>
        </pc:sldMkLst>
        <pc:spChg chg="add mod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12" creationId="{56D62AAA-3AAD-6EC4-87D6-BB696C425A30}"/>
          </ac:spMkLst>
        </pc:spChg>
        <pc:spChg chg="add mod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13" creationId="{950D92E4-6B08-646D-A09B-5B4009365ECE}"/>
          </ac:spMkLst>
        </pc:spChg>
        <pc:spChg chg="mod">
          <ac:chgData name="상기 이" userId="a7a26d9c8dd22a97" providerId="LiveId" clId="{06D1F8B5-D0F5-4D14-9C08-422F5A900DE0}" dt="2025-03-19T04:50:58.737" v="8677" actId="20577"/>
          <ac:spMkLst>
            <pc:docMk/>
            <pc:sldMk cId="1666632012" sldId="282"/>
            <ac:spMk id="14" creationId="{ADE78A4C-C45F-1708-1828-595EE7DD4FFF}"/>
          </ac:spMkLst>
        </pc:spChg>
        <pc:spChg chg="mod">
          <ac:chgData name="상기 이" userId="a7a26d9c8dd22a97" providerId="LiveId" clId="{06D1F8B5-D0F5-4D14-9C08-422F5A900DE0}" dt="2025-03-17T07:04:00.050" v="5268" actId="20577"/>
          <ac:spMkLst>
            <pc:docMk/>
            <pc:sldMk cId="1666632012" sldId="282"/>
            <ac:spMk id="47" creationId="{BC86735F-9A7B-F4DE-1834-FB14A07406FE}"/>
          </ac:spMkLst>
        </pc:spChg>
        <pc:spChg chg="mod topLvl">
          <ac:chgData name="상기 이" userId="a7a26d9c8dd22a97" providerId="LiveId" clId="{06D1F8B5-D0F5-4D14-9C08-422F5A900DE0}" dt="2025-03-17T07:15:28.362" v="5677" actId="692"/>
          <ac:spMkLst>
            <pc:docMk/>
            <pc:sldMk cId="1666632012" sldId="282"/>
            <ac:spMk id="48" creationId="{8D45EFB1-1977-067F-C613-48CA95B19D90}"/>
          </ac:spMkLst>
        </pc:spChg>
        <pc:spChg chg="mod topLvl">
          <ac:chgData name="상기 이" userId="a7a26d9c8dd22a97" providerId="LiveId" clId="{06D1F8B5-D0F5-4D14-9C08-422F5A900DE0}" dt="2025-03-17T07:10:48.973" v="5379" actId="207"/>
          <ac:spMkLst>
            <pc:docMk/>
            <pc:sldMk cId="1666632012" sldId="282"/>
            <ac:spMk id="49" creationId="{12C0C65E-AE23-4546-2F96-0DD924E7C55D}"/>
          </ac:spMkLst>
        </pc:spChg>
        <pc:spChg chg="mod">
          <ac:chgData name="상기 이" userId="a7a26d9c8dd22a97" providerId="LiveId" clId="{06D1F8B5-D0F5-4D14-9C08-422F5A900DE0}" dt="2025-03-17T07:08:26.951" v="5353" actId="1076"/>
          <ac:spMkLst>
            <pc:docMk/>
            <pc:sldMk cId="1666632012" sldId="282"/>
            <ac:spMk id="50" creationId="{ECB3C146-9038-807E-9ED8-D64B73F7D9BF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1" creationId="{7CAB1B77-EA3C-9B52-6AE6-8C182957686D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2" creationId="{EFE0D5DA-1D21-666C-DE89-B1AFCB3D9BD5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3" creationId="{B3EA3AE9-C935-F3FD-00BC-E093309A31FF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4" creationId="{2868E333-2D2B-D64F-9AD0-499E5BDEEB22}"/>
          </ac:spMkLst>
        </pc:spChg>
        <pc:spChg chg="mod">
          <ac:chgData name="상기 이" userId="a7a26d9c8dd22a97" providerId="LiveId" clId="{06D1F8B5-D0F5-4D14-9C08-422F5A900DE0}" dt="2025-03-17T07:06:43.675" v="5322" actId="20577"/>
          <ac:spMkLst>
            <pc:docMk/>
            <pc:sldMk cId="1666632012" sldId="282"/>
            <ac:spMk id="55" creationId="{F30F1222-0233-97F8-2E40-786B2E91918F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6" creationId="{B5385502-821C-B5B1-C704-943D3D23DBBC}"/>
          </ac:spMkLst>
        </pc:spChg>
        <pc:spChg chg="mod topLvl">
          <ac:chgData name="상기 이" userId="a7a26d9c8dd22a97" providerId="LiveId" clId="{06D1F8B5-D0F5-4D14-9C08-422F5A900DE0}" dt="2025-03-17T07:06:45.545" v="5324" actId="20577"/>
          <ac:spMkLst>
            <pc:docMk/>
            <pc:sldMk cId="1666632012" sldId="282"/>
            <ac:spMk id="57" creationId="{19039108-09A3-505C-9AAC-D940F2C659B3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8" creationId="{36257DBA-6470-D1A5-121E-86A9BE87DFB4}"/>
          </ac:spMkLst>
        </pc:spChg>
        <pc:spChg chg="mod topLvl">
          <ac:chgData name="상기 이" userId="a7a26d9c8dd22a97" providerId="LiveId" clId="{06D1F8B5-D0F5-4D14-9C08-422F5A900DE0}" dt="2025-03-17T07:10:09.733" v="5376" actId="164"/>
          <ac:spMkLst>
            <pc:docMk/>
            <pc:sldMk cId="1666632012" sldId="282"/>
            <ac:spMk id="59" creationId="{A7AE9FF6-AB52-F2D6-DE0D-0E9A4257BA25}"/>
          </ac:spMkLst>
        </pc:spChg>
        <pc:cxnChg chg="add mod">
          <ac:chgData name="상기 이" userId="a7a26d9c8dd22a97" providerId="LiveId" clId="{06D1F8B5-D0F5-4D14-9C08-422F5A900DE0}" dt="2025-03-17T07:09:11.931" v="5366" actId="14100"/>
          <ac:cxnSpMkLst>
            <pc:docMk/>
            <pc:sldMk cId="1666632012" sldId="282"/>
            <ac:cxnSpMk id="16" creationId="{DA9CA6FF-5559-9E90-A99B-A39ABF3ABAFA}"/>
          </ac:cxnSpMkLst>
        </pc:cxnChg>
        <pc:cxnChg chg="add mod">
          <ac:chgData name="상기 이" userId="a7a26d9c8dd22a97" providerId="LiveId" clId="{06D1F8B5-D0F5-4D14-9C08-422F5A900DE0}" dt="2025-03-17T07:08:38.501" v="5356" actId="14100"/>
          <ac:cxnSpMkLst>
            <pc:docMk/>
            <pc:sldMk cId="1666632012" sldId="282"/>
            <ac:cxnSpMk id="19" creationId="{F8E6925C-1E75-B49D-A76C-4367C2334A4F}"/>
          </ac:cxnSpMkLst>
        </pc:cxnChg>
        <pc:cxnChg chg="add mod">
          <ac:chgData name="상기 이" userId="a7a26d9c8dd22a97" providerId="LiveId" clId="{06D1F8B5-D0F5-4D14-9C08-422F5A900DE0}" dt="2025-03-17T07:08:47.007" v="5358" actId="14100"/>
          <ac:cxnSpMkLst>
            <pc:docMk/>
            <pc:sldMk cId="1666632012" sldId="282"/>
            <ac:cxnSpMk id="22" creationId="{5A1F41A7-0FDE-EC17-8F12-61A1D9B8A5CA}"/>
          </ac:cxnSpMkLst>
        </pc:cxnChg>
        <pc:cxnChg chg="add mod">
          <ac:chgData name="상기 이" userId="a7a26d9c8dd22a97" providerId="LiveId" clId="{06D1F8B5-D0F5-4D14-9C08-422F5A900DE0}" dt="2025-03-17T07:09:05.747" v="5364" actId="14100"/>
          <ac:cxnSpMkLst>
            <pc:docMk/>
            <pc:sldMk cId="1666632012" sldId="282"/>
            <ac:cxnSpMk id="34" creationId="{25A635EC-DE64-8022-8193-1B5D38B2B347}"/>
          </ac:cxnSpMkLst>
        </pc:cxnChg>
        <pc:cxnChg chg="add mod">
          <ac:chgData name="상기 이" userId="a7a26d9c8dd22a97" providerId="LiveId" clId="{06D1F8B5-D0F5-4D14-9C08-422F5A900DE0}" dt="2025-03-17T07:09:24.213" v="5368" actId="14100"/>
          <ac:cxnSpMkLst>
            <pc:docMk/>
            <pc:sldMk cId="1666632012" sldId="282"/>
            <ac:cxnSpMk id="35" creationId="{B81B5853-00FB-D208-3CA5-9EF46412C280}"/>
          </ac:cxnSpMkLst>
        </pc:cxnChg>
        <pc:cxnChg chg="add mod">
          <ac:chgData name="상기 이" userId="a7a26d9c8dd22a97" providerId="LiveId" clId="{06D1F8B5-D0F5-4D14-9C08-422F5A900DE0}" dt="2025-03-17T07:09:28.325" v="5369"/>
          <ac:cxnSpMkLst>
            <pc:docMk/>
            <pc:sldMk cId="1666632012" sldId="282"/>
            <ac:cxnSpMk id="44" creationId="{4469F3AE-63F2-6117-2372-AC48E3ACC0E6}"/>
          </ac:cxnSpMkLst>
        </pc:cxnChg>
        <pc:cxnChg chg="add mod">
          <ac:chgData name="상기 이" userId="a7a26d9c8dd22a97" providerId="LiveId" clId="{06D1F8B5-D0F5-4D14-9C08-422F5A900DE0}" dt="2025-03-17T07:09:55.242" v="5375" actId="14100"/>
          <ac:cxnSpMkLst>
            <pc:docMk/>
            <pc:sldMk cId="1666632012" sldId="282"/>
            <ac:cxnSpMk id="45" creationId="{F06C7BCF-F3F8-EA7A-12B8-78BE8AC282D0}"/>
          </ac:cxnSpMkLst>
        </pc:cxnChg>
      </pc:sldChg>
      <pc:sldChg chg="add del">
        <pc:chgData name="상기 이" userId="a7a26d9c8dd22a97" providerId="LiveId" clId="{06D1F8B5-D0F5-4D14-9C08-422F5A900DE0}" dt="2025-03-17T05:38:52.851" v="3540" actId="47"/>
        <pc:sldMkLst>
          <pc:docMk/>
          <pc:sldMk cId="3623099398" sldId="282"/>
        </pc:sldMkLst>
      </pc:sldChg>
      <pc:sldChg chg="addSp delSp modSp add mod">
        <pc:chgData name="상기 이" userId="a7a26d9c8dd22a97" providerId="LiveId" clId="{06D1F8B5-D0F5-4D14-9C08-422F5A900DE0}" dt="2025-03-17T07:02:23.300" v="5065" actId="20577"/>
        <pc:sldMkLst>
          <pc:docMk/>
          <pc:sldMk cId="1333556643" sldId="283"/>
        </pc:sldMkLst>
        <pc:spChg chg="add mod">
          <ac:chgData name="상기 이" userId="a7a26d9c8dd22a97" providerId="LiveId" clId="{06D1F8B5-D0F5-4D14-9C08-422F5A900DE0}" dt="2025-03-17T06:08:46.756" v="4264" actId="20577"/>
          <ac:spMkLst>
            <pc:docMk/>
            <pc:sldMk cId="1333556643" sldId="283"/>
            <ac:spMk id="4" creationId="{4234147E-FBEE-B6A9-5EB1-91FEF0FE3848}"/>
          </ac:spMkLst>
        </pc:spChg>
        <pc:spChg chg="mod">
          <ac:chgData name="상기 이" userId="a7a26d9c8dd22a97" providerId="LiveId" clId="{06D1F8B5-D0F5-4D14-9C08-422F5A900DE0}" dt="2025-03-17T07:02:23.300" v="5065" actId="20577"/>
          <ac:spMkLst>
            <pc:docMk/>
            <pc:sldMk cId="1333556643" sldId="283"/>
            <ac:spMk id="7" creationId="{671001EC-4AB7-CA1C-56DF-D318480EF7D6}"/>
          </ac:spMkLst>
        </pc:spChg>
        <pc:spChg chg="mod">
          <ac:chgData name="상기 이" userId="a7a26d9c8dd22a97" providerId="LiveId" clId="{06D1F8B5-D0F5-4D14-9C08-422F5A900DE0}" dt="2025-03-17T07:02:14.140" v="5062" actId="20577"/>
          <ac:spMkLst>
            <pc:docMk/>
            <pc:sldMk cId="1333556643" sldId="283"/>
            <ac:spMk id="8" creationId="{9FE1F9F4-F611-A0B1-5638-B1420A25C39E}"/>
          </ac:spMkLst>
        </pc:spChg>
        <pc:spChg chg="mod">
          <ac:chgData name="상기 이" userId="a7a26d9c8dd22a97" providerId="LiveId" clId="{06D1F8B5-D0F5-4D14-9C08-422F5A900DE0}" dt="2025-03-17T06:06:44.887" v="4216" actId="20577"/>
          <ac:spMkLst>
            <pc:docMk/>
            <pc:sldMk cId="1333556643" sldId="283"/>
            <ac:spMk id="13" creationId="{7A16BEB3-967D-0775-9162-F1EDE2B07E13}"/>
          </ac:spMkLst>
        </pc:spChg>
        <pc:spChg chg="mod">
          <ac:chgData name="상기 이" userId="a7a26d9c8dd22a97" providerId="LiveId" clId="{06D1F8B5-D0F5-4D14-9C08-422F5A900DE0}" dt="2025-03-17T06:04:55.777" v="3951" actId="20577"/>
          <ac:spMkLst>
            <pc:docMk/>
            <pc:sldMk cId="1333556643" sldId="283"/>
            <ac:spMk id="24" creationId="{462CCBDF-4070-61D1-7D5C-18B51121EA4E}"/>
          </ac:spMkLst>
        </pc:spChg>
        <pc:grpChg chg="mod">
          <ac:chgData name="상기 이" userId="a7a26d9c8dd22a97" providerId="LiveId" clId="{06D1F8B5-D0F5-4D14-9C08-422F5A900DE0}" dt="2025-03-17T05:51:04.051" v="3557" actId="14826"/>
          <ac:grpSpMkLst>
            <pc:docMk/>
            <pc:sldMk cId="1333556643" sldId="283"/>
            <ac:grpSpMk id="22" creationId="{626A0288-B38F-780D-81FE-B56AC833602A}"/>
          </ac:grpSpMkLst>
        </pc:grpChg>
        <pc:picChg chg="mod">
          <ac:chgData name="상기 이" userId="a7a26d9c8dd22a97" providerId="LiveId" clId="{06D1F8B5-D0F5-4D14-9C08-422F5A900DE0}" dt="2025-03-17T05:51:04.051" v="3557" actId="14826"/>
          <ac:picMkLst>
            <pc:docMk/>
            <pc:sldMk cId="1333556643" sldId="283"/>
            <ac:picMk id="23" creationId="{DC91BF52-12FB-2FA7-A0E3-8729A74872FC}"/>
          </ac:picMkLst>
        </pc:picChg>
      </pc:sldChg>
      <pc:sldChg chg="add del">
        <pc:chgData name="상기 이" userId="a7a26d9c8dd22a97" providerId="LiveId" clId="{06D1F8B5-D0F5-4D14-9C08-422F5A900DE0}" dt="2025-03-17T05:50:05.260" v="3545"/>
        <pc:sldMkLst>
          <pc:docMk/>
          <pc:sldMk cId="3860332334" sldId="283"/>
        </pc:sldMkLst>
      </pc:sldChg>
      <pc:sldChg chg="addSp delSp modSp add mod">
        <pc:chgData name="상기 이" userId="a7a26d9c8dd22a97" providerId="LiveId" clId="{06D1F8B5-D0F5-4D14-9C08-422F5A900DE0}" dt="2025-03-19T04:50:28.529" v="8665" actId="20577"/>
        <pc:sldMkLst>
          <pc:docMk/>
          <pc:sldMk cId="2103209707" sldId="284"/>
        </pc:sldMkLst>
        <pc:spChg chg="add mod">
          <ac:chgData name="상기 이" userId="a7a26d9c8dd22a97" providerId="LiveId" clId="{06D1F8B5-D0F5-4D14-9C08-422F5A900DE0}" dt="2025-03-19T04:46:07.800" v="8598" actId="1076"/>
          <ac:spMkLst>
            <pc:docMk/>
            <pc:sldMk cId="2103209707" sldId="284"/>
            <ac:spMk id="9" creationId="{73C62011-4B6C-17E6-2100-184D10348771}"/>
          </ac:spMkLst>
        </pc:spChg>
        <pc:spChg chg="mod">
          <ac:chgData name="상기 이" userId="a7a26d9c8dd22a97" providerId="LiveId" clId="{06D1F8B5-D0F5-4D14-9C08-422F5A900DE0}" dt="2025-03-19T04:50:28.529" v="8665" actId="20577"/>
          <ac:spMkLst>
            <pc:docMk/>
            <pc:sldMk cId="2103209707" sldId="284"/>
            <ac:spMk id="47" creationId="{DBFFBF05-BE87-B8C6-6816-E2D03C802016}"/>
          </ac:spMkLst>
        </pc:spChg>
        <pc:picChg chg="add mod modCrop">
          <ac:chgData name="상기 이" userId="a7a26d9c8dd22a97" providerId="LiveId" clId="{06D1F8B5-D0F5-4D14-9C08-422F5A900DE0}" dt="2025-03-19T04:44:52.133" v="8589" actId="732"/>
          <ac:picMkLst>
            <pc:docMk/>
            <pc:sldMk cId="2103209707" sldId="284"/>
            <ac:picMk id="4" creationId="{1026DD8D-A648-8B7B-F072-C49356B19564}"/>
          </ac:picMkLst>
        </pc:picChg>
      </pc:sldChg>
      <pc:sldChg chg="modSp add mod">
        <pc:chgData name="상기 이" userId="a7a26d9c8dd22a97" providerId="LiveId" clId="{06D1F8B5-D0F5-4D14-9C08-422F5A900DE0}" dt="2025-03-17T07:15:41.873" v="5682" actId="692"/>
        <pc:sldMkLst>
          <pc:docMk/>
          <pc:sldMk cId="3930804758" sldId="285"/>
        </pc:sldMkLst>
        <pc:spChg chg="mod">
          <ac:chgData name="상기 이" userId="a7a26d9c8dd22a97" providerId="LiveId" clId="{06D1F8B5-D0F5-4D14-9C08-422F5A900DE0}" dt="2025-03-17T07:12:20.209" v="5516" actId="20577"/>
          <ac:spMkLst>
            <pc:docMk/>
            <pc:sldMk cId="3930804758" sldId="285"/>
            <ac:spMk id="14" creationId="{D9666166-BB63-132F-FF39-D300F00CF9C4}"/>
          </ac:spMkLst>
        </pc:spChg>
        <pc:spChg chg="mod">
          <ac:chgData name="상기 이" userId="a7a26d9c8dd22a97" providerId="LiveId" clId="{06D1F8B5-D0F5-4D14-9C08-422F5A900DE0}" dt="2025-03-17T07:15:41.873" v="5682" actId="692"/>
          <ac:spMkLst>
            <pc:docMk/>
            <pc:sldMk cId="3930804758" sldId="285"/>
            <ac:spMk id="50" creationId="{C4919ABA-37FB-2E5B-7927-3720AFB73DB0}"/>
          </ac:spMkLst>
        </pc:spChg>
        <pc:spChg chg="mod">
          <ac:chgData name="상기 이" userId="a7a26d9c8dd22a97" providerId="LiveId" clId="{06D1F8B5-D0F5-4D14-9C08-422F5A900DE0}" dt="2025-03-17T07:12:32.619" v="5517" actId="207"/>
          <ac:spMkLst>
            <pc:docMk/>
            <pc:sldMk cId="3930804758" sldId="285"/>
            <ac:spMk id="51" creationId="{D54E48FE-1D51-12E8-FAD7-7CC490656AE4}"/>
          </ac:spMkLst>
        </pc:spChg>
      </pc:sldChg>
      <pc:sldChg chg="add del">
        <pc:chgData name="상기 이" userId="a7a26d9c8dd22a97" providerId="LiveId" clId="{06D1F8B5-D0F5-4D14-9C08-422F5A900DE0}" dt="2025-03-17T07:13:23.938" v="5520" actId="47"/>
        <pc:sldMkLst>
          <pc:docMk/>
          <pc:sldMk cId="851678729" sldId="286"/>
        </pc:sldMkLst>
      </pc:sldChg>
      <pc:sldChg chg="add del">
        <pc:chgData name="상기 이" userId="a7a26d9c8dd22a97" providerId="LiveId" clId="{06D1F8B5-D0F5-4D14-9C08-422F5A900DE0}" dt="2025-03-17T07:13:32.934" v="5524" actId="47"/>
        <pc:sldMkLst>
          <pc:docMk/>
          <pc:sldMk cId="655058379" sldId="287"/>
        </pc:sldMkLst>
      </pc:sldChg>
      <pc:sldChg chg="modSp add mod">
        <pc:chgData name="상기 이" userId="a7a26d9c8dd22a97" providerId="LiveId" clId="{06D1F8B5-D0F5-4D14-9C08-422F5A900DE0}" dt="2025-03-17T07:15:51.143" v="5685" actId="692"/>
        <pc:sldMkLst>
          <pc:docMk/>
          <pc:sldMk cId="348728050" sldId="288"/>
        </pc:sldMkLst>
        <pc:spChg chg="mod">
          <ac:chgData name="상기 이" userId="a7a26d9c8dd22a97" providerId="LiveId" clId="{06D1F8B5-D0F5-4D14-9C08-422F5A900DE0}" dt="2025-03-17T07:14:19.198" v="5658" actId="20577"/>
          <ac:spMkLst>
            <pc:docMk/>
            <pc:sldMk cId="348728050" sldId="288"/>
            <ac:spMk id="14" creationId="{36B41033-A035-5F90-F7AD-E9CF56CB39AF}"/>
          </ac:spMkLst>
        </pc:spChg>
        <pc:spChg chg="mod">
          <ac:chgData name="상기 이" userId="a7a26d9c8dd22a97" providerId="LiveId" clId="{06D1F8B5-D0F5-4D14-9C08-422F5A900DE0}" dt="2025-03-17T07:15:51.143" v="5685" actId="692"/>
          <ac:spMkLst>
            <pc:docMk/>
            <pc:sldMk cId="348728050" sldId="288"/>
            <ac:spMk id="52" creationId="{239C980F-835E-FCAC-2A94-278C6E36FAB1}"/>
          </ac:spMkLst>
        </pc:spChg>
        <pc:spChg chg="mod">
          <ac:chgData name="상기 이" userId="a7a26d9c8dd22a97" providerId="LiveId" clId="{06D1F8B5-D0F5-4D14-9C08-422F5A900DE0}" dt="2025-03-17T07:14:35.904" v="5661" actId="207"/>
          <ac:spMkLst>
            <pc:docMk/>
            <pc:sldMk cId="348728050" sldId="288"/>
            <ac:spMk id="53" creationId="{FBB7CB43-A3B8-8F88-9CDF-0C2EA664677C}"/>
          </ac:spMkLst>
        </pc:spChg>
      </pc:sldChg>
      <pc:sldChg chg="add del">
        <pc:chgData name="상기 이" userId="a7a26d9c8dd22a97" providerId="LiveId" clId="{06D1F8B5-D0F5-4D14-9C08-422F5A900DE0}" dt="2025-03-17T07:13:26.427" v="5521" actId="47"/>
        <pc:sldMkLst>
          <pc:docMk/>
          <pc:sldMk cId="3048242373" sldId="288"/>
        </pc:sldMkLst>
      </pc:sldChg>
      <pc:sldChg chg="modSp add mod">
        <pc:chgData name="상기 이" userId="a7a26d9c8dd22a97" providerId="LiveId" clId="{06D1F8B5-D0F5-4D14-9C08-422F5A900DE0}" dt="2025-03-17T07:17:45.487" v="5907" actId="692"/>
        <pc:sldMkLst>
          <pc:docMk/>
          <pc:sldMk cId="2765879165" sldId="289"/>
        </pc:sldMkLst>
        <pc:spChg chg="mod">
          <ac:chgData name="상기 이" userId="a7a26d9c8dd22a97" providerId="LiveId" clId="{06D1F8B5-D0F5-4D14-9C08-422F5A900DE0}" dt="2025-03-17T07:17:23.044" v="5901" actId="20577"/>
          <ac:spMkLst>
            <pc:docMk/>
            <pc:sldMk cId="2765879165" sldId="289"/>
            <ac:spMk id="14" creationId="{6A5A7A80-031C-6422-2AD7-5DC000D29B1F}"/>
          </ac:spMkLst>
        </pc:spChg>
        <pc:spChg chg="mod">
          <ac:chgData name="상기 이" userId="a7a26d9c8dd22a97" providerId="LiveId" clId="{06D1F8B5-D0F5-4D14-9C08-422F5A900DE0}" dt="2025-03-17T07:17:45.487" v="5907" actId="692"/>
          <ac:spMkLst>
            <pc:docMk/>
            <pc:sldMk cId="2765879165" sldId="289"/>
            <ac:spMk id="54" creationId="{1B5D4E8B-58BE-A30D-A769-5EE38B465DB5}"/>
          </ac:spMkLst>
        </pc:spChg>
        <pc:spChg chg="mod">
          <ac:chgData name="상기 이" userId="a7a26d9c8dd22a97" providerId="LiveId" clId="{06D1F8B5-D0F5-4D14-9C08-422F5A900DE0}" dt="2025-03-17T07:17:37.736" v="5904" actId="207"/>
          <ac:spMkLst>
            <pc:docMk/>
            <pc:sldMk cId="2765879165" sldId="289"/>
            <ac:spMk id="55" creationId="{A5BED9A4-D797-D3C5-642D-79EBFA9D440C}"/>
          </ac:spMkLst>
        </pc:spChg>
      </pc:sldChg>
      <pc:sldChg chg="modSp add mod">
        <pc:chgData name="상기 이" userId="a7a26d9c8dd22a97" providerId="LiveId" clId="{06D1F8B5-D0F5-4D14-9C08-422F5A900DE0}" dt="2025-03-17T07:16:38.576" v="5761" actId="692"/>
        <pc:sldMkLst>
          <pc:docMk/>
          <pc:sldMk cId="4036361302" sldId="290"/>
        </pc:sldMkLst>
        <pc:spChg chg="mod">
          <ac:chgData name="상기 이" userId="a7a26d9c8dd22a97" providerId="LiveId" clId="{06D1F8B5-D0F5-4D14-9C08-422F5A900DE0}" dt="2025-03-17T07:16:17.409" v="5756" actId="20577"/>
          <ac:spMkLst>
            <pc:docMk/>
            <pc:sldMk cId="4036361302" sldId="290"/>
            <ac:spMk id="14" creationId="{FF6BC632-EE75-E381-C95C-BA7822FDBB5E}"/>
          </ac:spMkLst>
        </pc:spChg>
        <pc:spChg chg="mod">
          <ac:chgData name="상기 이" userId="a7a26d9c8dd22a97" providerId="LiveId" clId="{06D1F8B5-D0F5-4D14-9C08-422F5A900DE0}" dt="2025-03-17T07:16:38.576" v="5761" actId="692"/>
          <ac:spMkLst>
            <pc:docMk/>
            <pc:sldMk cId="4036361302" sldId="290"/>
            <ac:spMk id="50" creationId="{DCA5C554-2946-CCA7-E3A4-50EF8D13DE44}"/>
          </ac:spMkLst>
        </pc:spChg>
        <pc:spChg chg="mod">
          <ac:chgData name="상기 이" userId="a7a26d9c8dd22a97" providerId="LiveId" clId="{06D1F8B5-D0F5-4D14-9C08-422F5A900DE0}" dt="2025-03-17T07:16:30.512" v="5758" actId="692"/>
          <ac:spMkLst>
            <pc:docMk/>
            <pc:sldMk cId="4036361302" sldId="290"/>
            <ac:spMk id="52" creationId="{A6157D6E-68CE-B5AC-BE12-39155BCE9139}"/>
          </ac:spMkLst>
        </pc:spChg>
      </pc:sldChg>
      <pc:sldChg chg="modSp add mod">
        <pc:chgData name="상기 이" userId="a7a26d9c8dd22a97" providerId="LiveId" clId="{06D1F8B5-D0F5-4D14-9C08-422F5A900DE0}" dt="2025-03-17T07:19:15.924" v="6116" actId="20577"/>
        <pc:sldMkLst>
          <pc:docMk/>
          <pc:sldMk cId="1734877340" sldId="291"/>
        </pc:sldMkLst>
        <pc:spChg chg="mod">
          <ac:chgData name="상기 이" userId="a7a26d9c8dd22a97" providerId="LiveId" clId="{06D1F8B5-D0F5-4D14-9C08-422F5A900DE0}" dt="2025-03-17T07:19:15.924" v="6116" actId="20577"/>
          <ac:spMkLst>
            <pc:docMk/>
            <pc:sldMk cId="1734877340" sldId="291"/>
            <ac:spMk id="14" creationId="{4D9DA316-4AAB-9BED-AB4B-80708F04FAE6}"/>
          </ac:spMkLst>
        </pc:spChg>
        <pc:spChg chg="mod">
          <ac:chgData name="상기 이" userId="a7a26d9c8dd22a97" providerId="LiveId" clId="{06D1F8B5-D0F5-4D14-9C08-422F5A900DE0}" dt="2025-03-17T07:18:02.365" v="5911" actId="692"/>
          <ac:spMkLst>
            <pc:docMk/>
            <pc:sldMk cId="1734877340" sldId="291"/>
            <ac:spMk id="54" creationId="{D52614C8-DECF-44B0-67AF-65856E04520F}"/>
          </ac:spMkLst>
        </pc:spChg>
        <pc:spChg chg="mod">
          <ac:chgData name="상기 이" userId="a7a26d9c8dd22a97" providerId="LiveId" clId="{06D1F8B5-D0F5-4D14-9C08-422F5A900DE0}" dt="2025-03-17T07:18:16.761" v="5916" actId="207"/>
          <ac:spMkLst>
            <pc:docMk/>
            <pc:sldMk cId="1734877340" sldId="291"/>
            <ac:spMk id="56" creationId="{85B7336C-01C3-95BE-8701-F325EBEDD81E}"/>
          </ac:spMkLst>
        </pc:spChg>
      </pc:sldChg>
      <pc:sldChg chg="delSp modSp add mod">
        <pc:chgData name="상기 이" userId="a7a26d9c8dd22a97" providerId="LiveId" clId="{06D1F8B5-D0F5-4D14-9C08-422F5A900DE0}" dt="2025-03-27T00:35:33.186" v="9104" actId="2710"/>
        <pc:sldMkLst>
          <pc:docMk/>
          <pc:sldMk cId="4239547020" sldId="292"/>
        </pc:sldMkLst>
        <pc:spChg chg="mod">
          <ac:chgData name="상기 이" userId="a7a26d9c8dd22a97" providerId="LiveId" clId="{06D1F8B5-D0F5-4D14-9C08-422F5A900DE0}" dt="2025-03-19T03:09:52.372" v="6278" actId="20577"/>
          <ac:spMkLst>
            <pc:docMk/>
            <pc:sldMk cId="4239547020" sldId="292"/>
            <ac:spMk id="7" creationId="{C635BCD1-4579-BFDE-BC2B-A6A8762DECDF}"/>
          </ac:spMkLst>
        </pc:spChg>
        <pc:spChg chg="mod">
          <ac:chgData name="상기 이" userId="a7a26d9c8dd22a97" providerId="LiveId" clId="{06D1F8B5-D0F5-4D14-9C08-422F5A900DE0}" dt="2025-03-19T03:10:11.815" v="6308" actId="20577"/>
          <ac:spMkLst>
            <pc:docMk/>
            <pc:sldMk cId="4239547020" sldId="292"/>
            <ac:spMk id="8" creationId="{27DDCFCB-B450-D909-C20A-021BDDF52200}"/>
          </ac:spMkLst>
        </pc:spChg>
        <pc:spChg chg="mod">
          <ac:chgData name="상기 이" userId="a7a26d9c8dd22a97" providerId="LiveId" clId="{06D1F8B5-D0F5-4D14-9C08-422F5A900DE0}" dt="2025-03-27T00:35:33.186" v="9104" actId="2710"/>
          <ac:spMkLst>
            <pc:docMk/>
            <pc:sldMk cId="4239547020" sldId="292"/>
            <ac:spMk id="17" creationId="{34285463-C0E0-0F04-47AC-EABD35079CCE}"/>
          </ac:spMkLst>
        </pc:spChg>
        <pc:spChg chg="mod">
          <ac:chgData name="상기 이" userId="a7a26d9c8dd22a97" providerId="LiveId" clId="{06D1F8B5-D0F5-4D14-9C08-422F5A900DE0}" dt="2025-03-19T03:10:26.889" v="6309" actId="1076"/>
          <ac:spMkLst>
            <pc:docMk/>
            <pc:sldMk cId="4239547020" sldId="292"/>
            <ac:spMk id="26" creationId="{F0EA6208-AB82-CD46-FFDA-66D4F2035535}"/>
          </ac:spMkLst>
        </pc:spChg>
      </pc:sldChg>
      <pc:sldChg chg="addSp modSp add del mod">
        <pc:chgData name="상기 이" userId="a7a26d9c8dd22a97" providerId="LiveId" clId="{06D1F8B5-D0F5-4D14-9C08-422F5A900DE0}" dt="2025-03-26T02:12:58.807" v="8702" actId="47"/>
        <pc:sldMkLst>
          <pc:docMk/>
          <pc:sldMk cId="1088620304" sldId="293"/>
        </pc:sldMkLst>
      </pc:sldChg>
      <pc:sldChg chg="addSp modSp add del mod">
        <pc:chgData name="상기 이" userId="a7a26d9c8dd22a97" providerId="LiveId" clId="{06D1F8B5-D0F5-4D14-9C08-422F5A900DE0}" dt="2025-03-26T02:13:24.082" v="8707" actId="47"/>
        <pc:sldMkLst>
          <pc:docMk/>
          <pc:sldMk cId="1132113465" sldId="294"/>
        </pc:sldMkLst>
      </pc:sldChg>
      <pc:sldChg chg="delSp modSp add mod">
        <pc:chgData name="상기 이" userId="a7a26d9c8dd22a97" providerId="LiveId" clId="{06D1F8B5-D0F5-4D14-9C08-422F5A900DE0}" dt="2025-03-27T00:35:02.701" v="9099" actId="14100"/>
        <pc:sldMkLst>
          <pc:docMk/>
          <pc:sldMk cId="3795628624" sldId="295"/>
        </pc:sldMkLst>
        <pc:spChg chg="mod">
          <ac:chgData name="상기 이" userId="a7a26d9c8dd22a97" providerId="LiveId" clId="{06D1F8B5-D0F5-4D14-9C08-422F5A900DE0}" dt="2025-03-27T00:35:02.701" v="9099" actId="14100"/>
          <ac:spMkLst>
            <pc:docMk/>
            <pc:sldMk cId="3795628624" sldId="295"/>
            <ac:spMk id="17" creationId="{8028DBFD-883E-3322-D284-E8614AEDF2F3}"/>
          </ac:spMkLst>
        </pc:spChg>
        <pc:spChg chg="mod">
          <ac:chgData name="상기 이" userId="a7a26d9c8dd22a97" providerId="LiveId" clId="{06D1F8B5-D0F5-4D14-9C08-422F5A900DE0}" dt="2025-03-19T04:05:59.254" v="7232" actId="20577"/>
          <ac:spMkLst>
            <pc:docMk/>
            <pc:sldMk cId="3795628624" sldId="295"/>
            <ac:spMk id="26" creationId="{26C9901E-D9BD-5C16-90D1-2B83F465ECFD}"/>
          </ac:spMkLst>
        </pc:spChg>
      </pc:sldChg>
      <pc:sldChg chg="addSp delSp modSp add mod">
        <pc:chgData name="상기 이" userId="a7a26d9c8dd22a97" providerId="LiveId" clId="{06D1F8B5-D0F5-4D14-9C08-422F5A900DE0}" dt="2025-03-26T02:20:37.006" v="8831" actId="20577"/>
        <pc:sldMkLst>
          <pc:docMk/>
          <pc:sldMk cId="664593841" sldId="296"/>
        </pc:sldMkLst>
        <pc:spChg chg="mod">
          <ac:chgData name="상기 이" userId="a7a26d9c8dd22a97" providerId="LiveId" clId="{06D1F8B5-D0F5-4D14-9C08-422F5A900DE0}" dt="2025-03-19T04:14:37.221" v="7874" actId="14826"/>
          <ac:spMkLst>
            <pc:docMk/>
            <pc:sldMk cId="664593841" sldId="296"/>
            <ac:spMk id="11" creationId="{FDA72912-A81F-FC99-46CA-82D92D24BC6C}"/>
          </ac:spMkLst>
        </pc:spChg>
        <pc:spChg chg="mod">
          <ac:chgData name="상기 이" userId="a7a26d9c8dd22a97" providerId="LiveId" clId="{06D1F8B5-D0F5-4D14-9C08-422F5A900DE0}" dt="2025-03-26T02:20:37.006" v="8831" actId="20577"/>
          <ac:spMkLst>
            <pc:docMk/>
            <pc:sldMk cId="664593841" sldId="296"/>
            <ac:spMk id="12" creationId="{61809799-5FC6-83B1-3135-0B280616FA8D}"/>
          </ac:spMkLst>
        </pc:spChg>
        <pc:spChg chg="mod">
          <ac:chgData name="상기 이" userId="a7a26d9c8dd22a97" providerId="LiveId" clId="{06D1F8B5-D0F5-4D14-9C08-422F5A900DE0}" dt="2025-03-26T02:18:33.488" v="8726" actId="20577"/>
          <ac:spMkLst>
            <pc:docMk/>
            <pc:sldMk cId="664593841" sldId="296"/>
            <ac:spMk id="14" creationId="{A7F6FBBD-5EFE-4BE9-35F0-BF3A1971265B}"/>
          </ac:spMkLst>
        </pc:spChg>
        <pc:spChg chg="mod">
          <ac:chgData name="상기 이" userId="a7a26d9c8dd22a97" providerId="LiveId" clId="{06D1F8B5-D0F5-4D14-9C08-422F5A900DE0}" dt="2025-03-19T04:22:40.102" v="8222" actId="20577"/>
          <ac:spMkLst>
            <pc:docMk/>
            <pc:sldMk cId="664593841" sldId="296"/>
            <ac:spMk id="15" creationId="{5D046493-2FF4-D99D-4418-8C9E7E4CA1DB}"/>
          </ac:spMkLst>
        </pc:spChg>
        <pc:spChg chg="mod">
          <ac:chgData name="상기 이" userId="a7a26d9c8dd22a97" providerId="LiveId" clId="{06D1F8B5-D0F5-4D14-9C08-422F5A900DE0}" dt="2025-03-19T04:34:27.290" v="8347" actId="20577"/>
          <ac:spMkLst>
            <pc:docMk/>
            <pc:sldMk cId="664593841" sldId="296"/>
            <ac:spMk id="19" creationId="{CA85B7E9-3252-973F-3293-DC6B6078BED6}"/>
          </ac:spMkLst>
        </pc:spChg>
        <pc:spChg chg="mod">
          <ac:chgData name="상기 이" userId="a7a26d9c8dd22a97" providerId="LiveId" clId="{06D1F8B5-D0F5-4D14-9C08-422F5A900DE0}" dt="2025-03-19T04:19:07.649" v="7996" actId="20577"/>
          <ac:spMkLst>
            <pc:docMk/>
            <pc:sldMk cId="664593841" sldId="296"/>
            <ac:spMk id="21" creationId="{D0472BD0-9DE6-9F01-40C3-9398A5B64A6D}"/>
          </ac:spMkLst>
        </pc:spChg>
        <pc:spChg chg="mod">
          <ac:chgData name="상기 이" userId="a7a26d9c8dd22a97" providerId="LiveId" clId="{06D1F8B5-D0F5-4D14-9C08-422F5A900DE0}" dt="2025-03-26T02:20:26.493" v="8807" actId="20577"/>
          <ac:spMkLst>
            <pc:docMk/>
            <pc:sldMk cId="664593841" sldId="296"/>
            <ac:spMk id="34" creationId="{6E1828AC-E3CB-AD84-C7A3-AAFA8FF19790}"/>
          </ac:spMkLst>
        </pc:spChg>
        <pc:spChg chg="mod">
          <ac:chgData name="상기 이" userId="a7a26d9c8dd22a97" providerId="LiveId" clId="{06D1F8B5-D0F5-4D14-9C08-422F5A900DE0}" dt="2025-03-19T04:15:21.506" v="7942" actId="20577"/>
          <ac:spMkLst>
            <pc:docMk/>
            <pc:sldMk cId="664593841" sldId="296"/>
            <ac:spMk id="36" creationId="{370F28AC-F430-70A8-0473-FAE342BFB2E1}"/>
          </ac:spMkLst>
        </pc:spChg>
        <pc:spChg chg="mod">
          <ac:chgData name="상기 이" userId="a7a26d9c8dd22a97" providerId="LiveId" clId="{06D1F8B5-D0F5-4D14-9C08-422F5A900DE0}" dt="2025-03-26T02:20:30.171" v="8813" actId="20577"/>
          <ac:spMkLst>
            <pc:docMk/>
            <pc:sldMk cId="664593841" sldId="296"/>
            <ac:spMk id="39" creationId="{F310EAAB-7F68-531A-8019-10BF40DFD6A1}"/>
          </ac:spMkLst>
        </pc:spChg>
        <pc:spChg chg="mod">
          <ac:chgData name="상기 이" userId="a7a26d9c8dd22a97" providerId="LiveId" clId="{06D1F8B5-D0F5-4D14-9C08-422F5A900DE0}" dt="2025-03-19T04:20:54.404" v="8063" actId="20577"/>
          <ac:spMkLst>
            <pc:docMk/>
            <pc:sldMk cId="664593841" sldId="296"/>
            <ac:spMk id="41" creationId="{202ED26E-C25B-6B68-9A1E-ACFE6E363D72}"/>
          </ac:spMkLst>
        </pc:spChg>
        <pc:spChg chg="mod">
          <ac:chgData name="상기 이" userId="a7a26d9c8dd22a97" providerId="LiveId" clId="{06D1F8B5-D0F5-4D14-9C08-422F5A900DE0}" dt="2025-03-19T04:37:58.906" v="8535" actId="20577"/>
          <ac:spMkLst>
            <pc:docMk/>
            <pc:sldMk cId="664593841" sldId="296"/>
            <ac:spMk id="44" creationId="{A61EC670-E066-D834-474E-99503A1D1EB3}"/>
          </ac:spMkLst>
        </pc:spChg>
        <pc:spChg chg="mod">
          <ac:chgData name="상기 이" userId="a7a26d9c8dd22a97" providerId="LiveId" clId="{06D1F8B5-D0F5-4D14-9C08-422F5A900DE0}" dt="2025-03-19T04:22:07.560" v="8100" actId="14826"/>
          <ac:spMkLst>
            <pc:docMk/>
            <pc:sldMk cId="664593841" sldId="296"/>
            <ac:spMk id="46" creationId="{3C7FD26E-0015-1754-5862-12831BDE9DAE}"/>
          </ac:spMkLst>
        </pc:spChg>
        <pc:grpChg chg="add mod">
          <ac:chgData name="상기 이" userId="a7a26d9c8dd22a97" providerId="LiveId" clId="{06D1F8B5-D0F5-4D14-9C08-422F5A900DE0}" dt="2025-03-19T04:20:29.182" v="8035" actId="1076"/>
          <ac:grpSpMkLst>
            <pc:docMk/>
            <pc:sldMk cId="664593841" sldId="296"/>
            <ac:grpSpMk id="4" creationId="{3E5093E9-843E-0357-3CDC-A8B145C21210}"/>
          </ac:grpSpMkLst>
        </pc:grpChg>
        <pc:grpChg chg="mod">
          <ac:chgData name="상기 이" userId="a7a26d9c8dd22a97" providerId="LiveId" clId="{06D1F8B5-D0F5-4D14-9C08-422F5A900DE0}" dt="2025-03-19T04:20:05.014" v="8032"/>
          <ac:grpSpMkLst>
            <pc:docMk/>
            <pc:sldMk cId="664593841" sldId="296"/>
            <ac:grpSpMk id="8" creationId="{02F7EDF3-2FF4-60E1-E070-92B8F75D4D78}"/>
          </ac:grpSpMkLst>
        </pc:grpChg>
        <pc:grpChg chg="mod">
          <ac:chgData name="상기 이" userId="a7a26d9c8dd22a97" providerId="LiveId" clId="{06D1F8B5-D0F5-4D14-9C08-422F5A900DE0}" dt="2025-03-19T04:14:37.221" v="7874" actId="14826"/>
          <ac:grpSpMkLst>
            <pc:docMk/>
            <pc:sldMk cId="664593841" sldId="296"/>
            <ac:grpSpMk id="9" creationId="{1704ECE4-5738-6FA7-3856-419AF859519A}"/>
          </ac:grpSpMkLst>
        </pc:grpChg>
        <pc:grpChg chg="mod">
          <ac:chgData name="상기 이" userId="a7a26d9c8dd22a97" providerId="LiveId" clId="{06D1F8B5-D0F5-4D14-9C08-422F5A900DE0}" dt="2025-03-19T04:14:37.221" v="7874" actId="14826"/>
          <ac:grpSpMkLst>
            <pc:docMk/>
            <pc:sldMk cId="664593841" sldId="296"/>
            <ac:grpSpMk id="16" creationId="{E3857E5A-ED6F-D588-DE60-0AF4DFEEE8D5}"/>
          </ac:grpSpMkLst>
        </pc:grpChg>
        <pc:grpChg chg="mod">
          <ac:chgData name="상기 이" userId="a7a26d9c8dd22a97" providerId="LiveId" clId="{06D1F8B5-D0F5-4D14-9C08-422F5A900DE0}" dt="2025-03-19T04:18:20.091" v="7943" actId="14826"/>
          <ac:grpSpMkLst>
            <pc:docMk/>
            <pc:sldMk cId="664593841" sldId="296"/>
            <ac:grpSpMk id="17" creationId="{C3E9C399-6E57-6DD4-9698-EF77280DF1B5}"/>
          </ac:grpSpMkLst>
        </pc:grpChg>
        <pc:grpChg chg="mod">
          <ac:chgData name="상기 이" userId="a7a26d9c8dd22a97" providerId="LiveId" clId="{06D1F8B5-D0F5-4D14-9C08-422F5A900DE0}" dt="2025-03-19T04:18:20.091" v="7943" actId="14826"/>
          <ac:grpSpMkLst>
            <pc:docMk/>
            <pc:sldMk cId="664593841" sldId="296"/>
            <ac:grpSpMk id="18" creationId="{A4B07977-9D58-68D7-77DD-14142120613A}"/>
          </ac:grpSpMkLst>
        </pc:grpChg>
        <pc:grpChg chg="mod">
          <ac:chgData name="상기 이" userId="a7a26d9c8dd22a97" providerId="LiveId" clId="{06D1F8B5-D0F5-4D14-9C08-422F5A900DE0}" dt="2025-03-19T04:14:51.032" v="7875" actId="14826"/>
          <ac:grpSpMkLst>
            <pc:docMk/>
            <pc:sldMk cId="664593841" sldId="296"/>
            <ac:grpSpMk id="32" creationId="{BABD03DC-1D7C-0B64-CB84-5ACAC3B5A41F}"/>
          </ac:grpSpMkLst>
        </pc:grpChg>
        <pc:grpChg chg="mod">
          <ac:chgData name="상기 이" userId="a7a26d9c8dd22a97" providerId="LiveId" clId="{06D1F8B5-D0F5-4D14-9C08-422F5A900DE0}" dt="2025-03-19T04:14:51.032" v="7875" actId="14826"/>
          <ac:grpSpMkLst>
            <pc:docMk/>
            <pc:sldMk cId="664593841" sldId="296"/>
            <ac:grpSpMk id="33" creationId="{65F77A3F-0803-8B75-EA32-FBBDE6F5FA75}"/>
          </ac:grpSpMkLst>
        </pc:grpChg>
        <pc:grpChg chg="mod">
          <ac:chgData name="상기 이" userId="a7a26d9c8dd22a97" providerId="LiveId" clId="{06D1F8B5-D0F5-4D14-9C08-422F5A900DE0}" dt="2025-03-19T04:20:41.164" v="8036" actId="14826"/>
          <ac:grpSpMkLst>
            <pc:docMk/>
            <pc:sldMk cId="664593841" sldId="296"/>
            <ac:grpSpMk id="37" creationId="{CF9E4989-29B9-D37A-4FD3-8C5B48364D38}"/>
          </ac:grpSpMkLst>
        </pc:grpChg>
        <pc:grpChg chg="mod">
          <ac:chgData name="상기 이" userId="a7a26d9c8dd22a97" providerId="LiveId" clId="{06D1F8B5-D0F5-4D14-9C08-422F5A900DE0}" dt="2025-03-19T04:20:41.164" v="8036" actId="14826"/>
          <ac:grpSpMkLst>
            <pc:docMk/>
            <pc:sldMk cId="664593841" sldId="296"/>
            <ac:grpSpMk id="38" creationId="{08852695-3CDE-7D21-7326-9F34DC4F2BD6}"/>
          </ac:grpSpMkLst>
        </pc:grpChg>
        <pc:grpChg chg="mod">
          <ac:chgData name="상기 이" userId="a7a26d9c8dd22a97" providerId="LiveId" clId="{06D1F8B5-D0F5-4D14-9C08-422F5A900DE0}" dt="2025-03-19T04:35:50.947" v="8483" actId="14100"/>
          <ac:grpSpMkLst>
            <pc:docMk/>
            <pc:sldMk cId="664593841" sldId="296"/>
            <ac:grpSpMk id="42" creationId="{F8186B5E-4737-F7D4-93C8-24E447A6DF5E}"/>
          </ac:grpSpMkLst>
        </pc:grpChg>
        <pc:grpChg chg="mod">
          <ac:chgData name="상기 이" userId="a7a26d9c8dd22a97" providerId="LiveId" clId="{06D1F8B5-D0F5-4D14-9C08-422F5A900DE0}" dt="2025-03-19T04:22:07.560" v="8100" actId="14826"/>
          <ac:grpSpMkLst>
            <pc:docMk/>
            <pc:sldMk cId="664593841" sldId="296"/>
            <ac:grpSpMk id="43" creationId="{138B4A8C-4CEB-3E4F-5E86-9E75CD420736}"/>
          </ac:grpSpMkLst>
        </pc:grpChg>
        <pc:picChg chg="mod">
          <ac:chgData name="상기 이" userId="a7a26d9c8dd22a97" providerId="LiveId" clId="{06D1F8B5-D0F5-4D14-9C08-422F5A900DE0}" dt="2025-03-19T04:14:37.221" v="7874" actId="14826"/>
          <ac:picMkLst>
            <pc:docMk/>
            <pc:sldMk cId="664593841" sldId="296"/>
            <ac:picMk id="10" creationId="{41C628A4-68D8-5FCC-F31B-261C96DE2BFA}"/>
          </ac:picMkLst>
        </pc:picChg>
        <pc:picChg chg="mod">
          <ac:chgData name="상기 이" userId="a7a26d9c8dd22a97" providerId="LiveId" clId="{06D1F8B5-D0F5-4D14-9C08-422F5A900DE0}" dt="2025-03-19T04:20:05.014" v="8032"/>
          <ac:picMkLst>
            <pc:docMk/>
            <pc:sldMk cId="664593841" sldId="296"/>
            <ac:picMk id="13" creationId="{AB8E3EEC-9793-D160-C259-853EA5C9559A}"/>
          </ac:picMkLst>
        </pc:picChg>
        <pc:picChg chg="mod">
          <ac:chgData name="상기 이" userId="a7a26d9c8dd22a97" providerId="LiveId" clId="{06D1F8B5-D0F5-4D14-9C08-422F5A900DE0}" dt="2025-03-19T04:18:20.091" v="7943" actId="14826"/>
          <ac:picMkLst>
            <pc:docMk/>
            <pc:sldMk cId="664593841" sldId="296"/>
            <ac:picMk id="20" creationId="{2E9ECC13-8641-2E14-9164-B054ACD528DD}"/>
          </ac:picMkLst>
        </pc:picChg>
        <pc:picChg chg="mod">
          <ac:chgData name="상기 이" userId="a7a26d9c8dd22a97" providerId="LiveId" clId="{06D1F8B5-D0F5-4D14-9C08-422F5A900DE0}" dt="2025-03-19T04:14:51.032" v="7875" actId="14826"/>
          <ac:picMkLst>
            <pc:docMk/>
            <pc:sldMk cId="664593841" sldId="296"/>
            <ac:picMk id="35" creationId="{9E275332-7E15-B703-4183-9E0ED615E4B7}"/>
          </ac:picMkLst>
        </pc:picChg>
        <pc:picChg chg="mod">
          <ac:chgData name="상기 이" userId="a7a26d9c8dd22a97" providerId="LiveId" clId="{06D1F8B5-D0F5-4D14-9C08-422F5A900DE0}" dt="2025-03-19T04:20:41.164" v="8036" actId="14826"/>
          <ac:picMkLst>
            <pc:docMk/>
            <pc:sldMk cId="664593841" sldId="296"/>
            <ac:picMk id="40" creationId="{EBE2ECCD-FE9A-D9C9-3FE6-C55EEB9AFF00}"/>
          </ac:picMkLst>
        </pc:picChg>
        <pc:picChg chg="mod">
          <ac:chgData name="상기 이" userId="a7a26d9c8dd22a97" providerId="LiveId" clId="{06D1F8B5-D0F5-4D14-9C08-422F5A900DE0}" dt="2025-03-19T04:22:07.560" v="8100" actId="14826"/>
          <ac:picMkLst>
            <pc:docMk/>
            <pc:sldMk cId="664593841" sldId="296"/>
            <ac:picMk id="45" creationId="{76EEF0D6-6BF2-7820-EFD5-8765FBC1A228}"/>
          </ac:picMkLst>
        </pc:picChg>
      </pc:sldChg>
      <pc:sldChg chg="addSp modSp add mod">
        <pc:chgData name="상기 이" userId="a7a26d9c8dd22a97" providerId="LiveId" clId="{06D1F8B5-D0F5-4D14-9C08-422F5A900DE0}" dt="2025-03-27T00:35:51.614" v="9105" actId="2710"/>
        <pc:sldMkLst>
          <pc:docMk/>
          <pc:sldMk cId="2280300115" sldId="297"/>
        </pc:sldMkLst>
        <pc:spChg chg="add mod ord">
          <ac:chgData name="상기 이" userId="a7a26d9c8dd22a97" providerId="LiveId" clId="{06D1F8B5-D0F5-4D14-9C08-422F5A900DE0}" dt="2025-03-26T02:12:31.146" v="8701" actId="167"/>
          <ac:spMkLst>
            <pc:docMk/>
            <pc:sldMk cId="2280300115" sldId="297"/>
            <ac:spMk id="4" creationId="{B1D0B84F-5188-0C94-80BE-3B19197BA906}"/>
          </ac:spMkLst>
        </pc:spChg>
        <pc:spChg chg="mod">
          <ac:chgData name="상기 이" userId="a7a26d9c8dd22a97" providerId="LiveId" clId="{06D1F8B5-D0F5-4D14-9C08-422F5A900DE0}" dt="2025-03-27T00:35:51.614" v="9105" actId="2710"/>
          <ac:spMkLst>
            <pc:docMk/>
            <pc:sldMk cId="2280300115" sldId="297"/>
            <ac:spMk id="17" creationId="{AE43CC1D-7EAE-F284-C87C-975A01242440}"/>
          </ac:spMkLst>
        </pc:spChg>
        <pc:spChg chg="mod">
          <ac:chgData name="상기 이" userId="a7a26d9c8dd22a97" providerId="LiveId" clId="{06D1F8B5-D0F5-4D14-9C08-422F5A900DE0}" dt="2025-03-26T02:12:18.639" v="8699"/>
          <ac:spMkLst>
            <pc:docMk/>
            <pc:sldMk cId="2280300115" sldId="297"/>
            <ac:spMk id="26" creationId="{320201A0-1529-E52B-7530-131F7A9EB7E9}"/>
          </ac:spMkLst>
        </pc:spChg>
      </pc:sldChg>
      <pc:sldChg chg="addSp modSp add mod">
        <pc:chgData name="상기 이" userId="a7a26d9c8dd22a97" providerId="LiveId" clId="{06D1F8B5-D0F5-4D14-9C08-422F5A900DE0}" dt="2025-03-27T00:35:59.139" v="9106" actId="2710"/>
        <pc:sldMkLst>
          <pc:docMk/>
          <pc:sldMk cId="989863816" sldId="298"/>
        </pc:sldMkLst>
        <pc:spChg chg="add mod ord">
          <ac:chgData name="상기 이" userId="a7a26d9c8dd22a97" providerId="LiveId" clId="{06D1F8B5-D0F5-4D14-9C08-422F5A900DE0}" dt="2025-03-26T02:39:30.200" v="8848" actId="14100"/>
          <ac:spMkLst>
            <pc:docMk/>
            <pc:sldMk cId="989863816" sldId="298"/>
            <ac:spMk id="4" creationId="{6A91D5EB-23F9-3113-6A22-A55E93C21B39}"/>
          </ac:spMkLst>
        </pc:spChg>
        <pc:spChg chg="add mod">
          <ac:chgData name="상기 이" userId="a7a26d9c8dd22a97" providerId="LiveId" clId="{06D1F8B5-D0F5-4D14-9C08-422F5A900DE0}" dt="2025-03-26T02:41:38.810" v="9035" actId="20577"/>
          <ac:spMkLst>
            <pc:docMk/>
            <pc:sldMk cId="989863816" sldId="298"/>
            <ac:spMk id="9" creationId="{43CD4322-A9AF-CDB4-9B93-24C9B3A49CD9}"/>
          </ac:spMkLst>
        </pc:spChg>
        <pc:spChg chg="mod">
          <ac:chgData name="상기 이" userId="a7a26d9c8dd22a97" providerId="LiveId" clId="{06D1F8B5-D0F5-4D14-9C08-422F5A900DE0}" dt="2025-03-27T00:35:59.139" v="9106" actId="2710"/>
          <ac:spMkLst>
            <pc:docMk/>
            <pc:sldMk cId="989863816" sldId="298"/>
            <ac:spMk id="17" creationId="{E27E7DBA-F072-25C9-4582-1C3CF5D6FB79}"/>
          </ac:spMkLst>
        </pc:spChg>
        <pc:spChg chg="mod">
          <ac:chgData name="상기 이" userId="a7a26d9c8dd22a97" providerId="LiveId" clId="{06D1F8B5-D0F5-4D14-9C08-422F5A900DE0}" dt="2025-03-26T02:13:06.022" v="8703"/>
          <ac:spMkLst>
            <pc:docMk/>
            <pc:sldMk cId="989863816" sldId="298"/>
            <ac:spMk id="26" creationId="{24CF6B82-384E-C3DE-A7D0-7EDC055C87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035CC-7918-48BD-BA57-57F0E2EF388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4BBA-063B-483F-AD13-0B789DD50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8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F63A8-972B-ECC2-BFF9-57AA5D7DA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1CAAA-13CE-86E2-9CAC-F9EA5625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4A81B2-C6F3-F12C-506B-D4C59CBD95B2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6D09339-08DF-FB29-D024-5F7FB628FBD2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22D98D-6BA8-70E2-6007-7BBD41B48EF0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5F06D8-3CB9-0691-A0AF-A1931AF7C8C1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2511F4-9359-2FAE-041A-325A2BC10867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76E7DD0-E965-F1D7-10C5-4D58405D6209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ADC4BF-FE32-584A-3BC3-0B1DFB87B194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8295AD6-1EA1-D8F7-7C92-B18363EF00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FE0DE-AF28-31A2-02B0-E48F52B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F046-FB8B-E15D-481E-1199DD4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413" y="260289"/>
            <a:ext cx="543465" cy="395319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6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3EE82-BAA9-28ED-53F9-4F931A8A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749" y="6356349"/>
            <a:ext cx="11545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F162B-8A73-F673-A4AD-AAE8E550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C74D6D9-55CE-5D6B-3663-19F0ACEE75D5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6FE59A8-3A13-4DBF-848D-0A4B5F9B8F04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5A518FA-5657-6C47-1D47-B2BFC20026AC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321921-3606-5ADE-F485-50A4B9E6E1C8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A82FE0F-27D4-74D7-332C-5C9331F832CD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6DE33B7-835C-5480-6E5F-7A74EEADE2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6AD6205D-B609-2452-D290-A4DE110C8E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6" b="10603"/>
          <a:stretch/>
        </p:blipFill>
        <p:spPr>
          <a:xfrm>
            <a:off x="225725" y="6209799"/>
            <a:ext cx="470317" cy="456923"/>
          </a:xfrm>
          <a:prstGeom prst="rect">
            <a:avLst/>
          </a:prstGeom>
        </p:spPr>
      </p:pic>
      <p:sp>
        <p:nvSpPr>
          <p:cNvPr id="38" name="바닥글 개체 틀 4">
            <a:extLst>
              <a:ext uri="{FF2B5EF4-FFF2-40B4-BE49-F238E27FC236}">
                <a16:creationId xmlns:a16="http://schemas.microsoft.com/office/drawing/2014/main" id="{C0E0A9F9-BFED-2416-F40F-DD106DA58DA1}"/>
              </a:ext>
            </a:extLst>
          </p:cNvPr>
          <p:cNvSpPr txBox="1">
            <a:spLocks/>
          </p:cNvSpPr>
          <p:nvPr userDrawn="1"/>
        </p:nvSpPr>
        <p:spPr>
          <a:xfrm>
            <a:off x="5061909" y="136526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350478-F844-BB21-FA6C-3CC25C1073D8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AA7F571-F1CD-87DD-6713-9CCF463C44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94019-F726-1E6D-0E88-10F4330AF42D}"/>
              </a:ext>
            </a:extLst>
          </p:cNvPr>
          <p:cNvSpPr/>
          <p:nvPr/>
        </p:nvSpPr>
        <p:spPr>
          <a:xfrm>
            <a:off x="833536" y="4234933"/>
            <a:ext cx="6420703" cy="267422"/>
          </a:xfrm>
          <a:prstGeom prst="rect">
            <a:avLst/>
          </a:prstGeom>
          <a:gradFill flip="none" rotWithShape="1">
            <a:gsLst>
              <a:gs pos="0">
                <a:srgbClr val="DFF0F0"/>
              </a:gs>
              <a:gs pos="50000">
                <a:srgbClr val="D8D8F0"/>
              </a:gs>
              <a:gs pos="100000">
                <a:srgbClr val="F1D9F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18749" y="6356349"/>
            <a:ext cx="1154502" cy="365125"/>
          </a:xfrm>
        </p:spPr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55879" y="192775"/>
            <a:ext cx="510396" cy="384535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47305-A02C-DD1E-B312-F3215FD81342}"/>
              </a:ext>
            </a:extLst>
          </p:cNvPr>
          <p:cNvGrpSpPr/>
          <p:nvPr/>
        </p:nvGrpSpPr>
        <p:grpSpPr>
          <a:xfrm>
            <a:off x="722811" y="577310"/>
            <a:ext cx="1948088" cy="533821"/>
            <a:chOff x="1271451" y="2719618"/>
            <a:chExt cx="1948088" cy="5338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7C9B61-52A7-B26F-60AA-D2DC1991375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01C9F-D26D-C499-FAE9-918B1981B58A}"/>
                </a:ext>
              </a:extLst>
            </p:cNvPr>
            <p:cNvSpPr txBox="1"/>
            <p:nvPr/>
          </p:nvSpPr>
          <p:spPr>
            <a:xfrm>
              <a:off x="1382177" y="2853329"/>
              <a:ext cx="18373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 err="1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중급반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주차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99FB9E-EA1E-734D-F71F-83B64E922638}"/>
              </a:ext>
            </a:extLst>
          </p:cNvPr>
          <p:cNvSpPr txBox="1"/>
          <p:nvPr/>
        </p:nvSpPr>
        <p:spPr>
          <a:xfrm>
            <a:off x="833537" y="2967335"/>
            <a:ext cx="59041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그래프 이론 </a:t>
            </a:r>
            <a:r>
              <a:rPr lang="en-US" altLang="ko-KR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&amp; DFS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3DC33-A844-11CC-894B-5415B8862189}"/>
              </a:ext>
            </a:extLst>
          </p:cNvPr>
          <p:cNvSpPr txBox="1"/>
          <p:nvPr/>
        </p:nvSpPr>
        <p:spPr>
          <a:xfrm>
            <a:off x="833537" y="3888377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&lt;Graph</a:t>
            </a:r>
            <a: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Theory &amp; DFS&gt;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FCEE5E-885A-C1E9-5E11-79268F7A9F64}"/>
              </a:ext>
            </a:extLst>
          </p:cNvPr>
          <p:cNvSpPr txBox="1"/>
          <p:nvPr/>
        </p:nvSpPr>
        <p:spPr>
          <a:xfrm>
            <a:off x="9124029" y="3332629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/&lt;DFS&gt;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541306-8F21-F040-9C26-C931E511A8F2}"/>
              </a:ext>
            </a:extLst>
          </p:cNvPr>
          <p:cNvSpPr txBox="1"/>
          <p:nvPr/>
        </p:nvSpPr>
        <p:spPr>
          <a:xfrm>
            <a:off x="9124029" y="4261377"/>
            <a:ext cx="1697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연습 문제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258861-5C4F-CC0A-9440-242C4BA7EC3B}"/>
              </a:ext>
            </a:extLst>
          </p:cNvPr>
          <p:cNvGrpSpPr/>
          <p:nvPr/>
        </p:nvGrpSpPr>
        <p:grpSpPr>
          <a:xfrm>
            <a:off x="8451668" y="2457795"/>
            <a:ext cx="252549" cy="2044560"/>
            <a:chOff x="8451668" y="2457795"/>
            <a:chExt cx="252549" cy="204456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8E27AB33-5A6B-4634-15D2-D6A12A1E8853}"/>
                </a:ext>
              </a:extLst>
            </p:cNvPr>
            <p:cNvCxnSpPr>
              <a:cxnSpLocks/>
            </p:cNvCxnSpPr>
            <p:nvPr/>
          </p:nvCxnSpPr>
          <p:spPr>
            <a:xfrm>
              <a:off x="8577943" y="2457795"/>
              <a:ext cx="0" cy="204456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759ECAA-C41B-C794-AED6-51B7894A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4368668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8FB0FDD-40B6-D13A-F44C-8817C07C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2592120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2297504-9286-A4C0-50E2-E179B34DD0BD}"/>
              </a:ext>
            </a:extLst>
          </p:cNvPr>
          <p:cNvSpPr txBox="1"/>
          <p:nvPr/>
        </p:nvSpPr>
        <p:spPr>
          <a:xfrm>
            <a:off x="9140060" y="2459538"/>
            <a:ext cx="1946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/&lt;</a:t>
            </a:r>
            <a:r>
              <a:rPr lang="ko-KR" altLang="en-US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그래프 이론</a:t>
            </a:r>
            <a:r>
              <a:rPr lang="en-US" altLang="ko-KR" sz="20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EE29A-D9E9-DA92-A526-15ACEE0A665F}"/>
              </a:ext>
            </a:extLst>
          </p:cNvPr>
          <p:cNvSpPr txBox="1"/>
          <p:nvPr/>
        </p:nvSpPr>
        <p:spPr>
          <a:xfrm>
            <a:off x="8919763" y="2397983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97A53-70B9-3966-AB5D-07ED56F18C5F}"/>
              </a:ext>
            </a:extLst>
          </p:cNvPr>
          <p:cNvSpPr txBox="1"/>
          <p:nvPr/>
        </p:nvSpPr>
        <p:spPr>
          <a:xfrm>
            <a:off x="8927502" y="3313420"/>
            <a:ext cx="344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9p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E6DCA7-6EFB-B437-84D1-507F21E4C0F3}"/>
              </a:ext>
            </a:extLst>
          </p:cNvPr>
          <p:cNvSpPr txBox="1"/>
          <p:nvPr/>
        </p:nvSpPr>
        <p:spPr>
          <a:xfrm>
            <a:off x="8921891" y="4183055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20p</a:t>
            </a:r>
            <a:endParaRPr lang="ko-KR" altLang="en-US" sz="11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sp>
        <p:nvSpPr>
          <p:cNvPr id="48" name="바닥글 개체 틀 4">
            <a:extLst>
              <a:ext uri="{FF2B5EF4-FFF2-40B4-BE49-F238E27FC236}">
                <a16:creationId xmlns:a16="http://schemas.microsoft.com/office/drawing/2014/main" id="{1776CB56-E99B-DBFF-D8EA-E49C7345FACA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1832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166B-F260-649B-F46A-D3EC998A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A3167CE-F932-2DCC-7CC0-79EAE23F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DECAC9-F28F-8EB7-D5F2-0AD8E885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D80F40-8A4A-BDCE-21BA-961A624DEEE8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43DBCFB-1F65-5E29-C3AF-DD9B4DC7770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BD6C73-5002-B54F-7029-DA02DFAF849E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01432C-14A3-FD49-96F6-ABC470A9EF19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8A4D10F-1778-3751-E033-58EF4B509B65}"/>
              </a:ext>
            </a:extLst>
          </p:cNvPr>
          <p:cNvSpPr txBox="1"/>
          <p:nvPr/>
        </p:nvSpPr>
        <p:spPr>
          <a:xfrm>
            <a:off x="722811" y="2096114"/>
            <a:ext cx="408265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그래프</a:t>
            </a:r>
            <a:r>
              <a:rPr lang="ko-KR" altLang="en-US" sz="220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란</a:t>
            </a:r>
            <a:r>
              <a:rPr lang="en-US" altLang="ko-KR" sz="220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?</a:t>
            </a:r>
          </a:p>
          <a:p>
            <a:endParaRPr lang="en-US" altLang="ko-KR" sz="36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정점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(Vertex)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과 간선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(Edge)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으로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이루어진 구조입니다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FCD046A-BE6E-D59C-B0A1-6F84458BF1D0}"/>
              </a:ext>
            </a:extLst>
          </p:cNvPr>
          <p:cNvGrpSpPr/>
          <p:nvPr/>
        </p:nvGrpSpPr>
        <p:grpSpPr>
          <a:xfrm>
            <a:off x="5935695" y="2096114"/>
            <a:ext cx="5008157" cy="2831866"/>
            <a:chOff x="5935695" y="2096114"/>
            <a:chExt cx="5008157" cy="2831866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6003045-9589-F7C8-55AE-5A200CF8BC65}"/>
                </a:ext>
              </a:extLst>
            </p:cNvPr>
            <p:cNvSpPr/>
            <p:nvPr/>
          </p:nvSpPr>
          <p:spPr>
            <a:xfrm>
              <a:off x="5935695" y="2098886"/>
              <a:ext cx="814647" cy="814647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6" name="제목 2">
              <a:extLst>
                <a:ext uri="{FF2B5EF4-FFF2-40B4-BE49-F238E27FC236}">
                  <a16:creationId xmlns:a16="http://schemas.microsoft.com/office/drawing/2014/main" id="{FD6ABA0C-9055-F9DA-6005-59C6D4432D8A}"/>
                </a:ext>
              </a:extLst>
            </p:cNvPr>
            <p:cNvSpPr txBox="1">
              <a:spLocks/>
            </p:cNvSpPr>
            <p:nvPr/>
          </p:nvSpPr>
          <p:spPr>
            <a:xfrm>
              <a:off x="5935695" y="21958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57864BB-E124-A313-212A-C5C40D60171F}"/>
                </a:ext>
              </a:extLst>
            </p:cNvPr>
            <p:cNvSpPr/>
            <p:nvPr/>
          </p:nvSpPr>
          <p:spPr>
            <a:xfrm>
              <a:off x="8032450" y="209888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8" name="제목 2">
              <a:extLst>
                <a:ext uri="{FF2B5EF4-FFF2-40B4-BE49-F238E27FC236}">
                  <a16:creationId xmlns:a16="http://schemas.microsoft.com/office/drawing/2014/main" id="{FEE9BF62-9ECC-BC1E-581C-56127C66AA73}"/>
                </a:ext>
              </a:extLst>
            </p:cNvPr>
            <p:cNvSpPr txBox="1">
              <a:spLocks/>
            </p:cNvSpPr>
            <p:nvPr/>
          </p:nvSpPr>
          <p:spPr>
            <a:xfrm>
              <a:off x="8032450" y="21958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6A8D6FA-03D6-B7A9-74BC-7B3282B7B4F0}"/>
                </a:ext>
              </a:extLst>
            </p:cNvPr>
            <p:cNvSpPr/>
            <p:nvPr/>
          </p:nvSpPr>
          <p:spPr>
            <a:xfrm>
              <a:off x="10129204" y="2096114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제목 2">
              <a:extLst>
                <a:ext uri="{FF2B5EF4-FFF2-40B4-BE49-F238E27FC236}">
                  <a16:creationId xmlns:a16="http://schemas.microsoft.com/office/drawing/2014/main" id="{AA9F8DFC-8353-F6F2-EDDB-8E5CF5A43BC0}"/>
                </a:ext>
              </a:extLst>
            </p:cNvPr>
            <p:cNvSpPr txBox="1">
              <a:spLocks/>
            </p:cNvSpPr>
            <p:nvPr/>
          </p:nvSpPr>
          <p:spPr>
            <a:xfrm>
              <a:off x="10129205" y="222911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4F9E5641-D923-F9B5-54C9-BB9BB9E9F96A}"/>
                </a:ext>
              </a:extLst>
            </p:cNvPr>
            <p:cNvSpPr/>
            <p:nvPr/>
          </p:nvSpPr>
          <p:spPr>
            <a:xfrm>
              <a:off x="5935695" y="4080083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2" name="제목 2">
              <a:extLst>
                <a:ext uri="{FF2B5EF4-FFF2-40B4-BE49-F238E27FC236}">
                  <a16:creationId xmlns:a16="http://schemas.microsoft.com/office/drawing/2014/main" id="{D9548DF8-6C38-24A0-BF78-CEC3DE38AC62}"/>
                </a:ext>
              </a:extLst>
            </p:cNvPr>
            <p:cNvSpPr txBox="1">
              <a:spLocks/>
            </p:cNvSpPr>
            <p:nvPr/>
          </p:nvSpPr>
          <p:spPr>
            <a:xfrm>
              <a:off x="5935695" y="4210314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0667CC8-C471-7304-474A-640494C937D0}"/>
                </a:ext>
              </a:extLst>
            </p:cNvPr>
            <p:cNvSpPr/>
            <p:nvPr/>
          </p:nvSpPr>
          <p:spPr>
            <a:xfrm>
              <a:off x="8032450" y="4080083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4" name="제목 2">
              <a:extLst>
                <a:ext uri="{FF2B5EF4-FFF2-40B4-BE49-F238E27FC236}">
                  <a16:creationId xmlns:a16="http://schemas.microsoft.com/office/drawing/2014/main" id="{583963B0-074A-99C0-9A63-7930A4F696E7}"/>
                </a:ext>
              </a:extLst>
            </p:cNvPr>
            <p:cNvSpPr txBox="1">
              <a:spLocks/>
            </p:cNvSpPr>
            <p:nvPr/>
          </p:nvSpPr>
          <p:spPr>
            <a:xfrm>
              <a:off x="8032450" y="4177064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A41B5697-553F-1A20-0582-F83E3E23F6EF}"/>
                </a:ext>
              </a:extLst>
            </p:cNvPr>
            <p:cNvSpPr/>
            <p:nvPr/>
          </p:nvSpPr>
          <p:spPr>
            <a:xfrm>
              <a:off x="10129204" y="4077311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6" name="제목 2">
              <a:extLst>
                <a:ext uri="{FF2B5EF4-FFF2-40B4-BE49-F238E27FC236}">
                  <a16:creationId xmlns:a16="http://schemas.microsoft.com/office/drawing/2014/main" id="{DC3359B3-F3AF-437B-010D-9EED523EBB4E}"/>
                </a:ext>
              </a:extLst>
            </p:cNvPr>
            <p:cNvSpPr txBox="1">
              <a:spLocks/>
            </p:cNvSpPr>
            <p:nvPr/>
          </p:nvSpPr>
          <p:spPr>
            <a:xfrm>
              <a:off x="10129205" y="4210314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EB5CB78B-8537-594D-2DE4-8530644B657B}"/>
                </a:ext>
              </a:extLst>
            </p:cNvPr>
            <p:cNvCxnSpPr>
              <a:stCxn id="45" idx="6"/>
              <a:endCxn id="47" idx="2"/>
            </p:cNvCxnSpPr>
            <p:nvPr/>
          </p:nvCxnSpPr>
          <p:spPr>
            <a:xfrm>
              <a:off x="6750342" y="2506210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CE21027-F64A-C72A-E68D-ACA09BAE429D}"/>
                </a:ext>
              </a:extLst>
            </p:cNvPr>
            <p:cNvCxnSpPr/>
            <p:nvPr/>
          </p:nvCxnSpPr>
          <p:spPr>
            <a:xfrm>
              <a:off x="8847097" y="2506210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AF9FF7C9-08EF-7B71-40E3-761FC870A3DB}"/>
                </a:ext>
              </a:extLst>
            </p:cNvPr>
            <p:cNvCxnSpPr>
              <a:stCxn id="45" idx="5"/>
              <a:endCxn id="53" idx="1"/>
            </p:cNvCxnSpPr>
            <p:nvPr/>
          </p:nvCxnSpPr>
          <p:spPr>
            <a:xfrm>
              <a:off x="6631040" y="2794231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BF523213-BD18-5038-5DCA-B6E86F25ADBA}"/>
                </a:ext>
              </a:extLst>
            </p:cNvPr>
            <p:cNvCxnSpPr>
              <a:stCxn id="47" idx="4"/>
              <a:endCxn id="53" idx="0"/>
            </p:cNvCxnSpPr>
            <p:nvPr/>
          </p:nvCxnSpPr>
          <p:spPr>
            <a:xfrm>
              <a:off x="8439774" y="291353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88FA2E99-D703-4F9B-2178-D26ACAF2BF1B}"/>
                </a:ext>
              </a:extLst>
            </p:cNvPr>
            <p:cNvCxnSpPr>
              <a:stCxn id="53" idx="6"/>
              <a:endCxn id="55" idx="2"/>
            </p:cNvCxnSpPr>
            <p:nvPr/>
          </p:nvCxnSpPr>
          <p:spPr>
            <a:xfrm flipV="1">
              <a:off x="8847097" y="4484635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188A43FE-73DB-DDD3-A145-065C220C32C7}"/>
                </a:ext>
              </a:extLst>
            </p:cNvPr>
            <p:cNvCxnSpPr>
              <a:stCxn id="55" idx="0"/>
              <a:endCxn id="49" idx="4"/>
            </p:cNvCxnSpPr>
            <p:nvPr/>
          </p:nvCxnSpPr>
          <p:spPr>
            <a:xfrm flipV="1">
              <a:off x="10536528" y="2910761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33BE3531-21E1-267D-8A2C-2F591A486E11}"/>
                </a:ext>
              </a:extLst>
            </p:cNvPr>
            <p:cNvCxnSpPr>
              <a:stCxn id="51" idx="0"/>
              <a:endCxn id="45" idx="4"/>
            </p:cNvCxnSpPr>
            <p:nvPr/>
          </p:nvCxnSpPr>
          <p:spPr>
            <a:xfrm flipV="1">
              <a:off x="6343019" y="291353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제목 2">
              <a:extLst>
                <a:ext uri="{FF2B5EF4-FFF2-40B4-BE49-F238E27FC236}">
                  <a16:creationId xmlns:a16="http://schemas.microsoft.com/office/drawing/2014/main" id="{6793D356-B38D-FB41-DCB9-799C7547CAE0}"/>
                </a:ext>
              </a:extLst>
            </p:cNvPr>
            <p:cNvSpPr txBox="1">
              <a:spLocks/>
            </p:cNvSpPr>
            <p:nvPr/>
          </p:nvSpPr>
          <p:spPr>
            <a:xfrm>
              <a:off x="7277875" y="314846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65" name="제목 2">
              <a:extLst>
                <a:ext uri="{FF2B5EF4-FFF2-40B4-BE49-F238E27FC236}">
                  <a16:creationId xmlns:a16="http://schemas.microsoft.com/office/drawing/2014/main" id="{1CD1BA31-6301-41BD-E0FD-F4F55859C75C}"/>
                </a:ext>
              </a:extLst>
            </p:cNvPr>
            <p:cNvSpPr txBox="1">
              <a:spLocks/>
            </p:cNvSpPr>
            <p:nvPr/>
          </p:nvSpPr>
          <p:spPr>
            <a:xfrm>
              <a:off x="7204794" y="215798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6" name="제목 2">
              <a:extLst>
                <a:ext uri="{FF2B5EF4-FFF2-40B4-BE49-F238E27FC236}">
                  <a16:creationId xmlns:a16="http://schemas.microsoft.com/office/drawing/2014/main" id="{93D0B0EB-9D60-0F86-E960-A187FB72894F}"/>
                </a:ext>
              </a:extLst>
            </p:cNvPr>
            <p:cNvSpPr txBox="1">
              <a:spLocks/>
            </p:cNvSpPr>
            <p:nvPr/>
          </p:nvSpPr>
          <p:spPr>
            <a:xfrm>
              <a:off x="8417978" y="333911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67" name="제목 2">
              <a:extLst>
                <a:ext uri="{FF2B5EF4-FFF2-40B4-BE49-F238E27FC236}">
                  <a16:creationId xmlns:a16="http://schemas.microsoft.com/office/drawing/2014/main" id="{12D51888-2451-2252-8AF8-CCF8DEC999FD}"/>
                </a:ext>
              </a:extLst>
            </p:cNvPr>
            <p:cNvSpPr txBox="1">
              <a:spLocks/>
            </p:cNvSpPr>
            <p:nvPr/>
          </p:nvSpPr>
          <p:spPr>
            <a:xfrm>
              <a:off x="6296758" y="333911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68" name="제목 2">
              <a:extLst>
                <a:ext uri="{FF2B5EF4-FFF2-40B4-BE49-F238E27FC236}">
                  <a16:creationId xmlns:a16="http://schemas.microsoft.com/office/drawing/2014/main" id="{2FCE5782-878C-5F80-6848-D48AD24DCC1C}"/>
                </a:ext>
              </a:extLst>
            </p:cNvPr>
            <p:cNvSpPr txBox="1">
              <a:spLocks/>
            </p:cNvSpPr>
            <p:nvPr/>
          </p:nvSpPr>
          <p:spPr>
            <a:xfrm>
              <a:off x="9267387" y="215798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69" name="제목 2">
              <a:extLst>
                <a:ext uri="{FF2B5EF4-FFF2-40B4-BE49-F238E27FC236}">
                  <a16:creationId xmlns:a16="http://schemas.microsoft.com/office/drawing/2014/main" id="{10B3B0BD-5ADF-6359-B261-554716BEE076}"/>
                </a:ext>
              </a:extLst>
            </p:cNvPr>
            <p:cNvSpPr txBox="1">
              <a:spLocks/>
            </p:cNvSpPr>
            <p:nvPr/>
          </p:nvSpPr>
          <p:spPr>
            <a:xfrm>
              <a:off x="9266716" y="413906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70" name="제목 2">
              <a:extLst>
                <a:ext uri="{FF2B5EF4-FFF2-40B4-BE49-F238E27FC236}">
                  <a16:creationId xmlns:a16="http://schemas.microsoft.com/office/drawing/2014/main" id="{C01A6181-62B7-3B2E-C5A5-D63D678A0A0F}"/>
                </a:ext>
              </a:extLst>
            </p:cNvPr>
            <p:cNvSpPr txBox="1">
              <a:spLocks/>
            </p:cNvSpPr>
            <p:nvPr/>
          </p:nvSpPr>
          <p:spPr>
            <a:xfrm>
              <a:off x="10534060" y="334229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610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F755-76B5-D545-52D5-B7E1F314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F255ACD-53F5-74CC-F606-5C86B30B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882C8B-6FCA-E12B-3D9A-E700B664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C9E3EF8-04C7-89A9-13AB-5CEB3D94FCD6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D3EA806-427C-A997-111C-6F51CAA736F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B2F700-AAD7-3B9F-55C4-0678E894FC7E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90D147-20B2-4085-60A0-10DA0ABD54AB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DF5A8E8-2FF2-82C8-31A8-19861F30C9FF}"/>
              </a:ext>
            </a:extLst>
          </p:cNvPr>
          <p:cNvSpPr txBox="1"/>
          <p:nvPr/>
        </p:nvSpPr>
        <p:spPr>
          <a:xfrm>
            <a:off x="743172" y="2280789"/>
            <a:ext cx="365837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solidFill>
                  <a:srgbClr val="411E8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간선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(Edge)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의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여부에 따라서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그래프를 분류합니다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 marL="457200" indent="-457200">
              <a:buAutoNum type="arabicPeriod"/>
            </a:pP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방향성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양방향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</a:t>
            </a:r>
            <a:r>
              <a: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단방향</a:t>
            </a:r>
            <a:r>
              <a:rPr lang="en-US" altLang="ko-KR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</a:p>
          <a:p>
            <a:pPr marL="457200" indent="-457200">
              <a:buAutoNum type="arabicPeriod"/>
            </a:pP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 marL="457200" indent="-457200">
              <a:buAutoNum type="arabicPeriod"/>
            </a:pP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가중치</a:t>
            </a:r>
            <a:endParaRPr lang="en-US" altLang="ko-KR" sz="2200" dirty="0">
              <a:highlight>
                <a:srgbClr val="ECE4F9"/>
              </a:highlight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D8E51F0-B004-5CBE-8010-B3FC9401BED0}"/>
              </a:ext>
            </a:extLst>
          </p:cNvPr>
          <p:cNvGrpSpPr/>
          <p:nvPr/>
        </p:nvGrpSpPr>
        <p:grpSpPr>
          <a:xfrm>
            <a:off x="5935695" y="2096114"/>
            <a:ext cx="5008157" cy="2831866"/>
            <a:chOff x="5935695" y="2096114"/>
            <a:chExt cx="5008157" cy="283186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51F96635-B30A-CC92-5B96-C74CAA27F5D8}"/>
                </a:ext>
              </a:extLst>
            </p:cNvPr>
            <p:cNvSpPr/>
            <p:nvPr/>
          </p:nvSpPr>
          <p:spPr>
            <a:xfrm>
              <a:off x="5935695" y="2098886"/>
              <a:ext cx="814647" cy="814647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2" name="제목 2">
              <a:extLst>
                <a:ext uri="{FF2B5EF4-FFF2-40B4-BE49-F238E27FC236}">
                  <a16:creationId xmlns:a16="http://schemas.microsoft.com/office/drawing/2014/main" id="{6F81CE6E-6C7C-F9FB-F00C-338F02DD8C4E}"/>
                </a:ext>
              </a:extLst>
            </p:cNvPr>
            <p:cNvSpPr txBox="1">
              <a:spLocks/>
            </p:cNvSpPr>
            <p:nvPr/>
          </p:nvSpPr>
          <p:spPr>
            <a:xfrm>
              <a:off x="5935695" y="21958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65554C7B-43DB-C8BF-DC1A-016C653A49BC}"/>
                </a:ext>
              </a:extLst>
            </p:cNvPr>
            <p:cNvSpPr/>
            <p:nvPr/>
          </p:nvSpPr>
          <p:spPr>
            <a:xfrm>
              <a:off x="8032450" y="209888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4" name="제목 2">
              <a:extLst>
                <a:ext uri="{FF2B5EF4-FFF2-40B4-BE49-F238E27FC236}">
                  <a16:creationId xmlns:a16="http://schemas.microsoft.com/office/drawing/2014/main" id="{DE6B6FBF-BCCD-32FF-CE0E-664DE962C57B}"/>
                </a:ext>
              </a:extLst>
            </p:cNvPr>
            <p:cNvSpPr txBox="1">
              <a:spLocks/>
            </p:cNvSpPr>
            <p:nvPr/>
          </p:nvSpPr>
          <p:spPr>
            <a:xfrm>
              <a:off x="8032450" y="21958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6B7BB05C-7333-1FED-0621-AAB8586A4A28}"/>
                </a:ext>
              </a:extLst>
            </p:cNvPr>
            <p:cNvSpPr/>
            <p:nvPr/>
          </p:nvSpPr>
          <p:spPr>
            <a:xfrm>
              <a:off x="10129204" y="2096114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6" name="제목 2">
              <a:extLst>
                <a:ext uri="{FF2B5EF4-FFF2-40B4-BE49-F238E27FC236}">
                  <a16:creationId xmlns:a16="http://schemas.microsoft.com/office/drawing/2014/main" id="{67666308-72DC-BDD7-6C2C-696C00C325C7}"/>
                </a:ext>
              </a:extLst>
            </p:cNvPr>
            <p:cNvSpPr txBox="1">
              <a:spLocks/>
            </p:cNvSpPr>
            <p:nvPr/>
          </p:nvSpPr>
          <p:spPr>
            <a:xfrm>
              <a:off x="10129205" y="222911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EEDFD1F8-7DE1-2B65-C3AC-BE7669AD1A4C}"/>
                </a:ext>
              </a:extLst>
            </p:cNvPr>
            <p:cNvSpPr/>
            <p:nvPr/>
          </p:nvSpPr>
          <p:spPr>
            <a:xfrm>
              <a:off x="5935695" y="4080083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8" name="제목 2">
              <a:extLst>
                <a:ext uri="{FF2B5EF4-FFF2-40B4-BE49-F238E27FC236}">
                  <a16:creationId xmlns:a16="http://schemas.microsoft.com/office/drawing/2014/main" id="{9024FF50-A260-507D-0728-804349BCB3AD}"/>
                </a:ext>
              </a:extLst>
            </p:cNvPr>
            <p:cNvSpPr txBox="1">
              <a:spLocks/>
            </p:cNvSpPr>
            <p:nvPr/>
          </p:nvSpPr>
          <p:spPr>
            <a:xfrm>
              <a:off x="5935695" y="4210314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C5A4A949-3F9E-448E-9C41-3E74A0E7BE5E}"/>
                </a:ext>
              </a:extLst>
            </p:cNvPr>
            <p:cNvSpPr/>
            <p:nvPr/>
          </p:nvSpPr>
          <p:spPr>
            <a:xfrm>
              <a:off x="8032450" y="4080083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90" name="제목 2">
              <a:extLst>
                <a:ext uri="{FF2B5EF4-FFF2-40B4-BE49-F238E27FC236}">
                  <a16:creationId xmlns:a16="http://schemas.microsoft.com/office/drawing/2014/main" id="{73876E42-6196-D964-0799-4179EE3901D8}"/>
                </a:ext>
              </a:extLst>
            </p:cNvPr>
            <p:cNvSpPr txBox="1">
              <a:spLocks/>
            </p:cNvSpPr>
            <p:nvPr/>
          </p:nvSpPr>
          <p:spPr>
            <a:xfrm>
              <a:off x="8032450" y="4177064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FE2D45F2-946E-4E9C-3116-39EAF11001B5}"/>
                </a:ext>
              </a:extLst>
            </p:cNvPr>
            <p:cNvSpPr/>
            <p:nvPr/>
          </p:nvSpPr>
          <p:spPr>
            <a:xfrm>
              <a:off x="10129204" y="4077311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92" name="제목 2">
              <a:extLst>
                <a:ext uri="{FF2B5EF4-FFF2-40B4-BE49-F238E27FC236}">
                  <a16:creationId xmlns:a16="http://schemas.microsoft.com/office/drawing/2014/main" id="{516DFE17-5BF2-8569-07A3-8B22776803EB}"/>
                </a:ext>
              </a:extLst>
            </p:cNvPr>
            <p:cNvSpPr txBox="1">
              <a:spLocks/>
            </p:cNvSpPr>
            <p:nvPr/>
          </p:nvSpPr>
          <p:spPr>
            <a:xfrm>
              <a:off x="10129205" y="4210314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E44BBA41-3142-93A8-C146-8DDF498B0AE2}"/>
                </a:ext>
              </a:extLst>
            </p:cNvPr>
            <p:cNvCxnSpPr>
              <a:stCxn id="81" idx="6"/>
              <a:endCxn id="83" idx="2"/>
            </p:cNvCxnSpPr>
            <p:nvPr/>
          </p:nvCxnSpPr>
          <p:spPr>
            <a:xfrm>
              <a:off x="6750342" y="2506210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1D2A5DEF-08C7-F8A0-AEE2-16DB4E97226C}"/>
                </a:ext>
              </a:extLst>
            </p:cNvPr>
            <p:cNvCxnSpPr/>
            <p:nvPr/>
          </p:nvCxnSpPr>
          <p:spPr>
            <a:xfrm>
              <a:off x="8847097" y="2506210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263EB512-2901-1D60-071A-3C8668E4997D}"/>
                </a:ext>
              </a:extLst>
            </p:cNvPr>
            <p:cNvCxnSpPr>
              <a:stCxn id="81" idx="5"/>
              <a:endCxn id="89" idx="1"/>
            </p:cNvCxnSpPr>
            <p:nvPr/>
          </p:nvCxnSpPr>
          <p:spPr>
            <a:xfrm>
              <a:off x="6631040" y="2794231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AD71303B-0EA8-DE63-6599-AA40CD4CB143}"/>
                </a:ext>
              </a:extLst>
            </p:cNvPr>
            <p:cNvCxnSpPr>
              <a:stCxn id="83" idx="4"/>
              <a:endCxn id="89" idx="0"/>
            </p:cNvCxnSpPr>
            <p:nvPr/>
          </p:nvCxnSpPr>
          <p:spPr>
            <a:xfrm>
              <a:off x="8439774" y="291353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6AE0C85E-078E-E5E0-E6C9-F979317108F3}"/>
                </a:ext>
              </a:extLst>
            </p:cNvPr>
            <p:cNvCxnSpPr>
              <a:stCxn id="89" idx="6"/>
              <a:endCxn id="91" idx="2"/>
            </p:cNvCxnSpPr>
            <p:nvPr/>
          </p:nvCxnSpPr>
          <p:spPr>
            <a:xfrm flipV="1">
              <a:off x="8847097" y="4484635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484D4E3C-8D74-46B4-2182-FB767D5640EF}"/>
                </a:ext>
              </a:extLst>
            </p:cNvPr>
            <p:cNvCxnSpPr>
              <a:stCxn id="91" idx="0"/>
              <a:endCxn id="85" idx="4"/>
            </p:cNvCxnSpPr>
            <p:nvPr/>
          </p:nvCxnSpPr>
          <p:spPr>
            <a:xfrm flipV="1">
              <a:off x="10536528" y="2910761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D106DDBD-9A4A-914B-1EFA-BAFDEC7312C5}"/>
                </a:ext>
              </a:extLst>
            </p:cNvPr>
            <p:cNvCxnSpPr>
              <a:stCxn id="87" idx="0"/>
              <a:endCxn id="81" idx="4"/>
            </p:cNvCxnSpPr>
            <p:nvPr/>
          </p:nvCxnSpPr>
          <p:spPr>
            <a:xfrm flipV="1">
              <a:off x="6343019" y="291353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제목 2">
              <a:extLst>
                <a:ext uri="{FF2B5EF4-FFF2-40B4-BE49-F238E27FC236}">
                  <a16:creationId xmlns:a16="http://schemas.microsoft.com/office/drawing/2014/main" id="{6F4C1B43-4880-DAA4-0BF1-4CD2C8F89562}"/>
                </a:ext>
              </a:extLst>
            </p:cNvPr>
            <p:cNvSpPr txBox="1">
              <a:spLocks/>
            </p:cNvSpPr>
            <p:nvPr/>
          </p:nvSpPr>
          <p:spPr>
            <a:xfrm>
              <a:off x="7277875" y="314846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101" name="제목 2">
              <a:extLst>
                <a:ext uri="{FF2B5EF4-FFF2-40B4-BE49-F238E27FC236}">
                  <a16:creationId xmlns:a16="http://schemas.microsoft.com/office/drawing/2014/main" id="{7BEA7852-7F15-9F7A-93D0-0593B39F3D14}"/>
                </a:ext>
              </a:extLst>
            </p:cNvPr>
            <p:cNvSpPr txBox="1">
              <a:spLocks/>
            </p:cNvSpPr>
            <p:nvPr/>
          </p:nvSpPr>
          <p:spPr>
            <a:xfrm>
              <a:off x="7204794" y="215798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102" name="제목 2">
              <a:extLst>
                <a:ext uri="{FF2B5EF4-FFF2-40B4-BE49-F238E27FC236}">
                  <a16:creationId xmlns:a16="http://schemas.microsoft.com/office/drawing/2014/main" id="{73AA2D42-49B0-2AD6-844F-7EBDC2B49B45}"/>
                </a:ext>
              </a:extLst>
            </p:cNvPr>
            <p:cNvSpPr txBox="1">
              <a:spLocks/>
            </p:cNvSpPr>
            <p:nvPr/>
          </p:nvSpPr>
          <p:spPr>
            <a:xfrm>
              <a:off x="8417978" y="333911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103" name="제목 2">
              <a:extLst>
                <a:ext uri="{FF2B5EF4-FFF2-40B4-BE49-F238E27FC236}">
                  <a16:creationId xmlns:a16="http://schemas.microsoft.com/office/drawing/2014/main" id="{A0D646F9-F2D1-23E5-B75A-8C873284AF7D}"/>
                </a:ext>
              </a:extLst>
            </p:cNvPr>
            <p:cNvSpPr txBox="1">
              <a:spLocks/>
            </p:cNvSpPr>
            <p:nvPr/>
          </p:nvSpPr>
          <p:spPr>
            <a:xfrm>
              <a:off x="6296758" y="333911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104" name="제목 2">
              <a:extLst>
                <a:ext uri="{FF2B5EF4-FFF2-40B4-BE49-F238E27FC236}">
                  <a16:creationId xmlns:a16="http://schemas.microsoft.com/office/drawing/2014/main" id="{898BE147-861C-E0CB-5D9A-6649BDED2607}"/>
                </a:ext>
              </a:extLst>
            </p:cNvPr>
            <p:cNvSpPr txBox="1">
              <a:spLocks/>
            </p:cNvSpPr>
            <p:nvPr/>
          </p:nvSpPr>
          <p:spPr>
            <a:xfrm>
              <a:off x="9267387" y="215798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105" name="제목 2">
              <a:extLst>
                <a:ext uri="{FF2B5EF4-FFF2-40B4-BE49-F238E27FC236}">
                  <a16:creationId xmlns:a16="http://schemas.microsoft.com/office/drawing/2014/main" id="{4C640110-1930-E9F0-A4C7-B4E37CF63C59}"/>
                </a:ext>
              </a:extLst>
            </p:cNvPr>
            <p:cNvSpPr txBox="1">
              <a:spLocks/>
            </p:cNvSpPr>
            <p:nvPr/>
          </p:nvSpPr>
          <p:spPr>
            <a:xfrm>
              <a:off x="9266716" y="413906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106" name="제목 2">
              <a:extLst>
                <a:ext uri="{FF2B5EF4-FFF2-40B4-BE49-F238E27FC236}">
                  <a16:creationId xmlns:a16="http://schemas.microsoft.com/office/drawing/2014/main" id="{DDB5DB88-B7A0-42AB-4940-3E16E3384057}"/>
                </a:ext>
              </a:extLst>
            </p:cNvPr>
            <p:cNvSpPr txBox="1">
              <a:spLocks/>
            </p:cNvSpPr>
            <p:nvPr/>
          </p:nvSpPr>
          <p:spPr>
            <a:xfrm>
              <a:off x="10534060" y="334229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503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274D-0EAA-9FBB-8199-9CE8EEB2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8466ED1-B0F0-8810-8093-FB00544C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07BB56-326F-450E-A532-7BDDFB1C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6C9EC98-D56A-794F-A251-E320C95D540B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58B9DF4-09A3-9E33-0E65-D558F708BBD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A2B599-8FA6-1921-B40F-8F5F9CBD298B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0BF4CE-0AD3-2E77-35C7-9C1FEFC5F6D8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628F649-4C4C-AB44-5F11-8FFB969070E1}"/>
              </a:ext>
            </a:extLst>
          </p:cNvPr>
          <p:cNvSpPr txBox="1"/>
          <p:nvPr/>
        </p:nvSpPr>
        <p:spPr>
          <a:xfrm>
            <a:off x="722811" y="2096114"/>
            <a:ext cx="41239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411E8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그래프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를 저장하는 방법은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다음과 같습니다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 marL="457200" indent="-457200">
              <a:buAutoNum type="arabicPeriod"/>
            </a:pP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행렬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2.  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리스트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3.   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간선 리스트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51016E7-EC8C-365B-0056-A5F4C1BF116A}"/>
              </a:ext>
            </a:extLst>
          </p:cNvPr>
          <p:cNvGrpSpPr/>
          <p:nvPr/>
        </p:nvGrpSpPr>
        <p:grpSpPr>
          <a:xfrm>
            <a:off x="5935695" y="2096114"/>
            <a:ext cx="5008157" cy="2831866"/>
            <a:chOff x="5935695" y="2096114"/>
            <a:chExt cx="5008157" cy="2831866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D97FD1A-BD11-0130-33C2-D9BC73E3D151}"/>
                </a:ext>
              </a:extLst>
            </p:cNvPr>
            <p:cNvSpPr/>
            <p:nvPr/>
          </p:nvSpPr>
          <p:spPr>
            <a:xfrm>
              <a:off x="5935695" y="2098886"/>
              <a:ext cx="814647" cy="814647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5" name="제목 2">
              <a:extLst>
                <a:ext uri="{FF2B5EF4-FFF2-40B4-BE49-F238E27FC236}">
                  <a16:creationId xmlns:a16="http://schemas.microsoft.com/office/drawing/2014/main" id="{0E3D9EBB-EC6B-5C6E-E14E-829B46F3B334}"/>
                </a:ext>
              </a:extLst>
            </p:cNvPr>
            <p:cNvSpPr txBox="1">
              <a:spLocks/>
            </p:cNvSpPr>
            <p:nvPr/>
          </p:nvSpPr>
          <p:spPr>
            <a:xfrm>
              <a:off x="5935695" y="21958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275BCAF-0649-BE43-5CF9-9D2AB3B65C6F}"/>
                </a:ext>
              </a:extLst>
            </p:cNvPr>
            <p:cNvSpPr/>
            <p:nvPr/>
          </p:nvSpPr>
          <p:spPr>
            <a:xfrm>
              <a:off x="8032450" y="209888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7" name="제목 2">
              <a:extLst>
                <a:ext uri="{FF2B5EF4-FFF2-40B4-BE49-F238E27FC236}">
                  <a16:creationId xmlns:a16="http://schemas.microsoft.com/office/drawing/2014/main" id="{A66E78C2-C66F-5F4C-4451-A3F904AE9356}"/>
                </a:ext>
              </a:extLst>
            </p:cNvPr>
            <p:cNvSpPr txBox="1">
              <a:spLocks/>
            </p:cNvSpPr>
            <p:nvPr/>
          </p:nvSpPr>
          <p:spPr>
            <a:xfrm>
              <a:off x="8032450" y="21958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A0848C7-6C1E-2C5F-27C6-7B7C73742B15}"/>
                </a:ext>
              </a:extLst>
            </p:cNvPr>
            <p:cNvSpPr/>
            <p:nvPr/>
          </p:nvSpPr>
          <p:spPr>
            <a:xfrm>
              <a:off x="10129204" y="2096114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AFCB69D7-4C80-CFA5-C1FD-5EDDDBB28FEA}"/>
                </a:ext>
              </a:extLst>
            </p:cNvPr>
            <p:cNvSpPr txBox="1">
              <a:spLocks/>
            </p:cNvSpPr>
            <p:nvPr/>
          </p:nvSpPr>
          <p:spPr>
            <a:xfrm>
              <a:off x="10129205" y="222911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5CBFDDC-076B-3CDB-3473-4E5F07A582EA}"/>
                </a:ext>
              </a:extLst>
            </p:cNvPr>
            <p:cNvSpPr/>
            <p:nvPr/>
          </p:nvSpPr>
          <p:spPr>
            <a:xfrm>
              <a:off x="5935695" y="4080083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A7AD273A-BB5A-2141-3450-E8D50DD78BC8}"/>
                </a:ext>
              </a:extLst>
            </p:cNvPr>
            <p:cNvSpPr txBox="1">
              <a:spLocks/>
            </p:cNvSpPr>
            <p:nvPr/>
          </p:nvSpPr>
          <p:spPr>
            <a:xfrm>
              <a:off x="5935695" y="4210314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6170356-D412-799F-CA49-F1BED4377922}"/>
                </a:ext>
              </a:extLst>
            </p:cNvPr>
            <p:cNvSpPr/>
            <p:nvPr/>
          </p:nvSpPr>
          <p:spPr>
            <a:xfrm>
              <a:off x="8032450" y="4080083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8EA7D908-94AC-5B86-D84A-9C8615E9A22C}"/>
                </a:ext>
              </a:extLst>
            </p:cNvPr>
            <p:cNvSpPr txBox="1">
              <a:spLocks/>
            </p:cNvSpPr>
            <p:nvPr/>
          </p:nvSpPr>
          <p:spPr>
            <a:xfrm>
              <a:off x="8032450" y="4177064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6E898FA-D0F5-B89D-87CF-745CD4E56A33}"/>
                </a:ext>
              </a:extLst>
            </p:cNvPr>
            <p:cNvSpPr/>
            <p:nvPr/>
          </p:nvSpPr>
          <p:spPr>
            <a:xfrm>
              <a:off x="10129204" y="4077311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D0E59E15-D909-BE51-C05B-28373B354F68}"/>
                </a:ext>
              </a:extLst>
            </p:cNvPr>
            <p:cNvSpPr txBox="1">
              <a:spLocks/>
            </p:cNvSpPr>
            <p:nvPr/>
          </p:nvSpPr>
          <p:spPr>
            <a:xfrm>
              <a:off x="10129205" y="4210314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42D18F2-C0F0-1ADF-52D2-BB401C9FF2C9}"/>
                </a:ext>
              </a:extLst>
            </p:cNvPr>
            <p:cNvCxnSpPr>
              <a:stCxn id="44" idx="6"/>
              <a:endCxn id="46" idx="2"/>
            </p:cNvCxnSpPr>
            <p:nvPr/>
          </p:nvCxnSpPr>
          <p:spPr>
            <a:xfrm>
              <a:off x="6750342" y="2506210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6D6901A-3506-7F2C-6A45-C48488A58071}"/>
                </a:ext>
              </a:extLst>
            </p:cNvPr>
            <p:cNvCxnSpPr/>
            <p:nvPr/>
          </p:nvCxnSpPr>
          <p:spPr>
            <a:xfrm>
              <a:off x="8847097" y="2506210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8BDAFAD5-70D6-8866-2F96-2978B4729DAF}"/>
                </a:ext>
              </a:extLst>
            </p:cNvPr>
            <p:cNvCxnSpPr>
              <a:stCxn id="44" idx="5"/>
              <a:endCxn id="52" idx="1"/>
            </p:cNvCxnSpPr>
            <p:nvPr/>
          </p:nvCxnSpPr>
          <p:spPr>
            <a:xfrm>
              <a:off x="6631040" y="2794231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855C7EAC-77D1-C18C-5F21-45CB6EC4A39C}"/>
                </a:ext>
              </a:extLst>
            </p:cNvPr>
            <p:cNvCxnSpPr>
              <a:stCxn id="46" idx="4"/>
              <a:endCxn id="52" idx="0"/>
            </p:cNvCxnSpPr>
            <p:nvPr/>
          </p:nvCxnSpPr>
          <p:spPr>
            <a:xfrm>
              <a:off x="8439774" y="291353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656DF677-1B37-A409-8A72-65A7612F87FE}"/>
                </a:ext>
              </a:extLst>
            </p:cNvPr>
            <p:cNvCxnSpPr>
              <a:stCxn id="52" idx="6"/>
              <a:endCxn id="54" idx="2"/>
            </p:cNvCxnSpPr>
            <p:nvPr/>
          </p:nvCxnSpPr>
          <p:spPr>
            <a:xfrm flipV="1">
              <a:off x="8847097" y="4484635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972086D5-1FF1-EE84-3F9E-D3C0AF6AC85E}"/>
                </a:ext>
              </a:extLst>
            </p:cNvPr>
            <p:cNvCxnSpPr>
              <a:stCxn id="54" idx="0"/>
              <a:endCxn id="48" idx="4"/>
            </p:cNvCxnSpPr>
            <p:nvPr/>
          </p:nvCxnSpPr>
          <p:spPr>
            <a:xfrm flipV="1">
              <a:off x="10536528" y="2910761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6AA2FD7-B58F-22EB-24C4-905E06786108}"/>
                </a:ext>
              </a:extLst>
            </p:cNvPr>
            <p:cNvCxnSpPr>
              <a:stCxn id="50" idx="0"/>
              <a:endCxn id="44" idx="4"/>
            </p:cNvCxnSpPr>
            <p:nvPr/>
          </p:nvCxnSpPr>
          <p:spPr>
            <a:xfrm flipV="1">
              <a:off x="6343019" y="2913533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제목 2">
              <a:extLst>
                <a:ext uri="{FF2B5EF4-FFF2-40B4-BE49-F238E27FC236}">
                  <a16:creationId xmlns:a16="http://schemas.microsoft.com/office/drawing/2014/main" id="{1219CAE4-A072-9B77-E7E4-CA305EB667B1}"/>
                </a:ext>
              </a:extLst>
            </p:cNvPr>
            <p:cNvSpPr txBox="1">
              <a:spLocks/>
            </p:cNvSpPr>
            <p:nvPr/>
          </p:nvSpPr>
          <p:spPr>
            <a:xfrm>
              <a:off x="7277875" y="314846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64" name="제목 2">
              <a:extLst>
                <a:ext uri="{FF2B5EF4-FFF2-40B4-BE49-F238E27FC236}">
                  <a16:creationId xmlns:a16="http://schemas.microsoft.com/office/drawing/2014/main" id="{244EE884-02D6-1E3D-E332-824DC993A915}"/>
                </a:ext>
              </a:extLst>
            </p:cNvPr>
            <p:cNvSpPr txBox="1">
              <a:spLocks/>
            </p:cNvSpPr>
            <p:nvPr/>
          </p:nvSpPr>
          <p:spPr>
            <a:xfrm>
              <a:off x="7204794" y="215798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5" name="제목 2">
              <a:extLst>
                <a:ext uri="{FF2B5EF4-FFF2-40B4-BE49-F238E27FC236}">
                  <a16:creationId xmlns:a16="http://schemas.microsoft.com/office/drawing/2014/main" id="{2229EDCA-0205-1407-E934-EC9953AEB537}"/>
                </a:ext>
              </a:extLst>
            </p:cNvPr>
            <p:cNvSpPr txBox="1">
              <a:spLocks/>
            </p:cNvSpPr>
            <p:nvPr/>
          </p:nvSpPr>
          <p:spPr>
            <a:xfrm>
              <a:off x="8417978" y="333911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66" name="제목 2">
              <a:extLst>
                <a:ext uri="{FF2B5EF4-FFF2-40B4-BE49-F238E27FC236}">
                  <a16:creationId xmlns:a16="http://schemas.microsoft.com/office/drawing/2014/main" id="{5B212D57-DFEC-64ED-9F5E-B04BFFF28CCA}"/>
                </a:ext>
              </a:extLst>
            </p:cNvPr>
            <p:cNvSpPr txBox="1">
              <a:spLocks/>
            </p:cNvSpPr>
            <p:nvPr/>
          </p:nvSpPr>
          <p:spPr>
            <a:xfrm>
              <a:off x="6296758" y="3339111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67" name="제목 2">
              <a:extLst>
                <a:ext uri="{FF2B5EF4-FFF2-40B4-BE49-F238E27FC236}">
                  <a16:creationId xmlns:a16="http://schemas.microsoft.com/office/drawing/2014/main" id="{70EC17D2-434F-C638-47AE-66F440C74878}"/>
                </a:ext>
              </a:extLst>
            </p:cNvPr>
            <p:cNvSpPr txBox="1">
              <a:spLocks/>
            </p:cNvSpPr>
            <p:nvPr/>
          </p:nvSpPr>
          <p:spPr>
            <a:xfrm>
              <a:off x="9267387" y="215798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68" name="제목 2">
              <a:extLst>
                <a:ext uri="{FF2B5EF4-FFF2-40B4-BE49-F238E27FC236}">
                  <a16:creationId xmlns:a16="http://schemas.microsoft.com/office/drawing/2014/main" id="{0F80FF96-9B6F-5BCC-45AD-83F059DA08BC}"/>
                </a:ext>
              </a:extLst>
            </p:cNvPr>
            <p:cNvSpPr txBox="1">
              <a:spLocks/>
            </p:cNvSpPr>
            <p:nvPr/>
          </p:nvSpPr>
          <p:spPr>
            <a:xfrm>
              <a:off x="9266716" y="413906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69" name="제목 2">
              <a:extLst>
                <a:ext uri="{FF2B5EF4-FFF2-40B4-BE49-F238E27FC236}">
                  <a16:creationId xmlns:a16="http://schemas.microsoft.com/office/drawing/2014/main" id="{DA663A4E-7316-6CE3-88E6-4D118A38A74F}"/>
                </a:ext>
              </a:extLst>
            </p:cNvPr>
            <p:cNvSpPr txBox="1">
              <a:spLocks/>
            </p:cNvSpPr>
            <p:nvPr/>
          </p:nvSpPr>
          <p:spPr>
            <a:xfrm>
              <a:off x="10534060" y="334229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517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89D8C-61D1-A528-BE2D-8E439D7D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C76ECFF-3018-AAB5-B633-C299DA8D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AD6442-6C56-4FAD-F614-103693A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6B31C99-34D0-DBA8-DEFC-EE50343D1AB5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EAB3762-95B7-9C2C-CCF5-8DF26DCA8C6D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7E9DB4-A478-3C14-C5F4-AB6539F7EC63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082BFC-F591-87A5-B0AC-CA0E8211B005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0626720-1BBD-A1BB-A9E1-56BDE231E74A}"/>
              </a:ext>
            </a:extLst>
          </p:cNvPr>
          <p:cNvSpPr txBox="1"/>
          <p:nvPr/>
        </p:nvSpPr>
        <p:spPr>
          <a:xfrm>
            <a:off x="875211" y="4177352"/>
            <a:ext cx="3417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양방향 그래프의 경우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간선 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i↔j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가 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-&gt;j, j-&gt;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으로 </a:t>
            </a:r>
            <a:endParaRPr lang="en-US" altLang="ko-KR" sz="12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방향성 간선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2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개로 취급하여 저장합니다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가중치가 없는 경우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 </a:t>
            </a:r>
            <a:b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</a:b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-&gt;j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의 간선이 있으면 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a[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][j]=1 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으로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</a:t>
            </a:r>
            <a:b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</a:b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없으면 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a[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][j]= 0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으로 나타냅니다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521A9E5-DDA3-C718-9EB6-207251801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893837"/>
              </p:ext>
            </p:extLst>
          </p:nvPr>
        </p:nvGraphicFramePr>
        <p:xfrm>
          <a:off x="6039716" y="4030088"/>
          <a:ext cx="4611754" cy="22871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822">
                  <a:extLst>
                    <a:ext uri="{9D8B030D-6E8A-4147-A177-3AD203B41FA5}">
                      <a16:colId xmlns:a16="http://schemas.microsoft.com/office/drawing/2014/main" val="3662246676"/>
                    </a:ext>
                  </a:extLst>
                </a:gridCol>
                <a:gridCol w="658822">
                  <a:extLst>
                    <a:ext uri="{9D8B030D-6E8A-4147-A177-3AD203B41FA5}">
                      <a16:colId xmlns:a16="http://schemas.microsoft.com/office/drawing/2014/main" val="3818766955"/>
                    </a:ext>
                  </a:extLst>
                </a:gridCol>
                <a:gridCol w="658822">
                  <a:extLst>
                    <a:ext uri="{9D8B030D-6E8A-4147-A177-3AD203B41FA5}">
                      <a16:colId xmlns:a16="http://schemas.microsoft.com/office/drawing/2014/main" val="813107319"/>
                    </a:ext>
                  </a:extLst>
                </a:gridCol>
                <a:gridCol w="658822">
                  <a:extLst>
                    <a:ext uri="{9D8B030D-6E8A-4147-A177-3AD203B41FA5}">
                      <a16:colId xmlns:a16="http://schemas.microsoft.com/office/drawing/2014/main" val="1271560256"/>
                    </a:ext>
                  </a:extLst>
                </a:gridCol>
                <a:gridCol w="658822">
                  <a:extLst>
                    <a:ext uri="{9D8B030D-6E8A-4147-A177-3AD203B41FA5}">
                      <a16:colId xmlns:a16="http://schemas.microsoft.com/office/drawing/2014/main" val="1662518088"/>
                    </a:ext>
                  </a:extLst>
                </a:gridCol>
                <a:gridCol w="658822">
                  <a:extLst>
                    <a:ext uri="{9D8B030D-6E8A-4147-A177-3AD203B41FA5}">
                      <a16:colId xmlns:a16="http://schemas.microsoft.com/office/drawing/2014/main" val="137179118"/>
                    </a:ext>
                  </a:extLst>
                </a:gridCol>
                <a:gridCol w="658822">
                  <a:extLst>
                    <a:ext uri="{9D8B030D-6E8A-4147-A177-3AD203B41FA5}">
                      <a16:colId xmlns:a16="http://schemas.microsoft.com/office/drawing/2014/main" val="3469291104"/>
                    </a:ext>
                  </a:extLst>
                </a:gridCol>
              </a:tblGrid>
              <a:tr h="302382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1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2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3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4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5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6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62087"/>
                  </a:ext>
                </a:extLst>
              </a:tr>
              <a:tr h="30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1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2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4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extLst>
                  <a:ext uri="{0D108BD9-81ED-4DB2-BD59-A6C34878D82A}">
                    <a16:rowId xmlns:a16="http://schemas.microsoft.com/office/drawing/2014/main" val="825907341"/>
                  </a:ext>
                </a:extLst>
              </a:tr>
              <a:tr h="30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2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5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1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extLst>
                  <a:ext uri="{0D108BD9-81ED-4DB2-BD59-A6C34878D82A}">
                    <a16:rowId xmlns:a16="http://schemas.microsoft.com/office/drawing/2014/main" val="4241695168"/>
                  </a:ext>
                </a:extLst>
              </a:tr>
              <a:tr h="30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3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extLst>
                  <a:ext uri="{0D108BD9-81ED-4DB2-BD59-A6C34878D82A}">
                    <a16:rowId xmlns:a16="http://schemas.microsoft.com/office/drawing/2014/main" val="2290876320"/>
                  </a:ext>
                </a:extLst>
              </a:tr>
              <a:tr h="30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4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3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extLst>
                  <a:ext uri="{0D108BD9-81ED-4DB2-BD59-A6C34878D82A}">
                    <a16:rowId xmlns:a16="http://schemas.microsoft.com/office/drawing/2014/main" val="1953432706"/>
                  </a:ext>
                </a:extLst>
              </a:tr>
              <a:tr h="30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5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6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extLst>
                  <a:ext uri="{0D108BD9-81ED-4DB2-BD59-A6C34878D82A}">
                    <a16:rowId xmlns:a16="http://schemas.microsoft.com/office/drawing/2014/main" val="3097940896"/>
                  </a:ext>
                </a:extLst>
              </a:tr>
              <a:tr h="3023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6</a:t>
                      </a:r>
                      <a:endParaRPr lang="ko-KR" altLang="en-US" sz="16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>
                    <a:solidFill>
                      <a:srgbClr val="ECE4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2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가는" panose="020B0600000101010101" charset="-127"/>
                          <a:ea typeface="마루 부리OTF 가는" panose="020B0600000101010101" charset="-127"/>
                        </a:rPr>
                        <a:t>0</a:t>
                      </a:r>
                      <a:endParaRPr lang="ko-KR" altLang="en-US" sz="1500" dirty="0">
                        <a:latin typeface="마루 부리OTF 가는" panose="020B0600000101010101" charset="-127"/>
                        <a:ea typeface="마루 부리OTF 가는" panose="020B0600000101010101" charset="-127"/>
                      </a:endParaRPr>
                    </a:p>
                  </a:txBody>
                  <a:tcPr marL="82901" marR="82901" marT="41451" marB="41451"/>
                </a:tc>
                <a:extLst>
                  <a:ext uri="{0D108BD9-81ED-4DB2-BD59-A6C34878D82A}">
                    <a16:rowId xmlns:a16="http://schemas.microsoft.com/office/drawing/2014/main" val="1598630763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6C9DD2D6-1A21-DDCA-A15E-27FBFFD5E5AF}"/>
              </a:ext>
            </a:extLst>
          </p:cNvPr>
          <p:cNvSpPr txBox="1"/>
          <p:nvPr/>
        </p:nvSpPr>
        <p:spPr>
          <a:xfrm>
            <a:off x="875211" y="2248514"/>
            <a:ext cx="40479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411E8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행렬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연결관계를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이차원 배열 형태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 나타냅니다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g[</a:t>
            </a:r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][j]=w  ↔  </a:t>
            </a:r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j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가는 간선의 가중치가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w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37816E4-C3BC-0A9F-4C79-3F284DCD8E2C}"/>
              </a:ext>
            </a:extLst>
          </p:cNvPr>
          <p:cNvGrpSpPr/>
          <p:nvPr/>
        </p:nvGrpSpPr>
        <p:grpSpPr>
          <a:xfrm>
            <a:off x="5748133" y="844732"/>
            <a:ext cx="5320743" cy="3008618"/>
            <a:chOff x="5971705" y="655608"/>
            <a:chExt cx="5008157" cy="2831866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DBC3CE3-6523-07A9-356C-3DB0D20B445E}"/>
                </a:ext>
              </a:extLst>
            </p:cNvPr>
            <p:cNvSpPr/>
            <p:nvPr/>
          </p:nvSpPr>
          <p:spPr>
            <a:xfrm>
              <a:off x="5971705" y="658380"/>
              <a:ext cx="814647" cy="814647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643E5475-330B-5F16-5D7E-E5C60948DBEC}"/>
                </a:ext>
              </a:extLst>
            </p:cNvPr>
            <p:cNvSpPr txBox="1">
              <a:spLocks/>
            </p:cNvSpPr>
            <p:nvPr/>
          </p:nvSpPr>
          <p:spPr>
            <a:xfrm>
              <a:off x="5971705" y="75536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5A3EACC-AD23-7CB7-C141-9FE1A2DE9ABC}"/>
                </a:ext>
              </a:extLst>
            </p:cNvPr>
            <p:cNvSpPr/>
            <p:nvPr/>
          </p:nvSpPr>
          <p:spPr>
            <a:xfrm>
              <a:off x="8068460" y="65838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D32EB6D8-0E93-EF75-9CE4-E28B01A61A9C}"/>
                </a:ext>
              </a:extLst>
            </p:cNvPr>
            <p:cNvSpPr txBox="1">
              <a:spLocks/>
            </p:cNvSpPr>
            <p:nvPr/>
          </p:nvSpPr>
          <p:spPr>
            <a:xfrm>
              <a:off x="8068460" y="75536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823593C-2C2B-921E-4333-23DED3B28402}"/>
                </a:ext>
              </a:extLst>
            </p:cNvPr>
            <p:cNvSpPr/>
            <p:nvPr/>
          </p:nvSpPr>
          <p:spPr>
            <a:xfrm>
              <a:off x="10165214" y="65560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554847C8-B811-4AC0-AEAD-A1B6BBDDBE28}"/>
                </a:ext>
              </a:extLst>
            </p:cNvPr>
            <p:cNvSpPr txBox="1">
              <a:spLocks/>
            </p:cNvSpPr>
            <p:nvPr/>
          </p:nvSpPr>
          <p:spPr>
            <a:xfrm>
              <a:off x="10165215" y="78861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A477FD6-AC49-B317-2A38-1FCFF9C9D3C2}"/>
                </a:ext>
              </a:extLst>
            </p:cNvPr>
            <p:cNvSpPr/>
            <p:nvPr/>
          </p:nvSpPr>
          <p:spPr>
            <a:xfrm>
              <a:off x="5971705" y="263957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BCC13469-8608-CFB8-A0D1-FCEC8DA5B448}"/>
                </a:ext>
              </a:extLst>
            </p:cNvPr>
            <p:cNvSpPr txBox="1">
              <a:spLocks/>
            </p:cNvSpPr>
            <p:nvPr/>
          </p:nvSpPr>
          <p:spPr>
            <a:xfrm>
              <a:off x="5971705" y="276980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0297EA69-4FF7-C7BD-6E41-0802D58BDDFA}"/>
                </a:ext>
              </a:extLst>
            </p:cNvPr>
            <p:cNvSpPr/>
            <p:nvPr/>
          </p:nvSpPr>
          <p:spPr>
            <a:xfrm>
              <a:off x="8068460" y="263957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C5A8AC57-FC23-42D4-67E4-62F9752EEAAB}"/>
                </a:ext>
              </a:extLst>
            </p:cNvPr>
            <p:cNvSpPr txBox="1">
              <a:spLocks/>
            </p:cNvSpPr>
            <p:nvPr/>
          </p:nvSpPr>
          <p:spPr>
            <a:xfrm>
              <a:off x="8068460" y="273655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E226075-438B-1B8C-262B-9EB0F314B265}"/>
                </a:ext>
              </a:extLst>
            </p:cNvPr>
            <p:cNvSpPr/>
            <p:nvPr/>
          </p:nvSpPr>
          <p:spPr>
            <a:xfrm>
              <a:off x="10165214" y="263680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B37EB216-DC07-17C0-9E3A-B7B1346B8FD8}"/>
                </a:ext>
              </a:extLst>
            </p:cNvPr>
            <p:cNvSpPr txBox="1">
              <a:spLocks/>
            </p:cNvSpPr>
            <p:nvPr/>
          </p:nvSpPr>
          <p:spPr>
            <a:xfrm>
              <a:off x="10165215" y="276980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238DA91D-9AF5-14B0-15B0-24DD7D995700}"/>
                </a:ext>
              </a:extLst>
            </p:cNvPr>
            <p:cNvCxnSpPr>
              <a:stCxn id="48" idx="6"/>
              <a:endCxn id="50" idx="2"/>
            </p:cNvCxnSpPr>
            <p:nvPr/>
          </p:nvCxnSpPr>
          <p:spPr>
            <a:xfrm>
              <a:off x="6786352" y="106570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0B97198E-97D6-B352-AB44-C50A6CBE876D}"/>
                </a:ext>
              </a:extLst>
            </p:cNvPr>
            <p:cNvCxnSpPr/>
            <p:nvPr/>
          </p:nvCxnSpPr>
          <p:spPr>
            <a:xfrm>
              <a:off x="8883107" y="106570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0628FFF3-F5EC-787F-38F1-609F21E822CE}"/>
                </a:ext>
              </a:extLst>
            </p:cNvPr>
            <p:cNvCxnSpPr>
              <a:stCxn id="48" idx="5"/>
              <a:endCxn id="56" idx="1"/>
            </p:cNvCxnSpPr>
            <p:nvPr/>
          </p:nvCxnSpPr>
          <p:spPr>
            <a:xfrm>
              <a:off x="6667050" y="135372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4D79A3DC-DC45-F424-DEFC-BCA6CF13C4E7}"/>
                </a:ext>
              </a:extLst>
            </p:cNvPr>
            <p:cNvCxnSpPr>
              <a:stCxn id="50" idx="4"/>
              <a:endCxn id="56" idx="0"/>
            </p:cNvCxnSpPr>
            <p:nvPr/>
          </p:nvCxnSpPr>
          <p:spPr>
            <a:xfrm>
              <a:off x="8475784" y="147302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71579486-B9CC-4B6C-E290-CDAC2A1297C3}"/>
                </a:ext>
              </a:extLst>
            </p:cNvPr>
            <p:cNvCxnSpPr>
              <a:stCxn id="56" idx="6"/>
              <a:endCxn id="58" idx="2"/>
            </p:cNvCxnSpPr>
            <p:nvPr/>
          </p:nvCxnSpPr>
          <p:spPr>
            <a:xfrm flipV="1">
              <a:off x="8883107" y="304412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011B6460-A635-9B90-7BB9-A7046734BFC7}"/>
                </a:ext>
              </a:extLst>
            </p:cNvPr>
            <p:cNvCxnSpPr>
              <a:stCxn id="58" idx="0"/>
              <a:endCxn id="52" idx="4"/>
            </p:cNvCxnSpPr>
            <p:nvPr/>
          </p:nvCxnSpPr>
          <p:spPr>
            <a:xfrm flipV="1">
              <a:off x="10572538" y="147025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C517E013-8D39-88FC-46AB-DC5968FD6776}"/>
                </a:ext>
              </a:extLst>
            </p:cNvPr>
            <p:cNvCxnSpPr>
              <a:stCxn id="54" idx="0"/>
              <a:endCxn id="48" idx="4"/>
            </p:cNvCxnSpPr>
            <p:nvPr/>
          </p:nvCxnSpPr>
          <p:spPr>
            <a:xfrm flipV="1">
              <a:off x="6379029" y="147302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제목 2">
              <a:extLst>
                <a:ext uri="{FF2B5EF4-FFF2-40B4-BE49-F238E27FC236}">
                  <a16:creationId xmlns:a16="http://schemas.microsoft.com/office/drawing/2014/main" id="{1AD0E177-ABFA-8D8D-7CF7-874E0B02654B}"/>
                </a:ext>
              </a:extLst>
            </p:cNvPr>
            <p:cNvSpPr txBox="1">
              <a:spLocks/>
            </p:cNvSpPr>
            <p:nvPr/>
          </p:nvSpPr>
          <p:spPr>
            <a:xfrm>
              <a:off x="7313885" y="1707959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68" name="제목 2">
              <a:extLst>
                <a:ext uri="{FF2B5EF4-FFF2-40B4-BE49-F238E27FC236}">
                  <a16:creationId xmlns:a16="http://schemas.microsoft.com/office/drawing/2014/main" id="{EFA1ED8A-4766-78BE-5134-AF12730A03ED}"/>
                </a:ext>
              </a:extLst>
            </p:cNvPr>
            <p:cNvSpPr txBox="1">
              <a:spLocks/>
            </p:cNvSpPr>
            <p:nvPr/>
          </p:nvSpPr>
          <p:spPr>
            <a:xfrm>
              <a:off x="7240804" y="71747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69" name="제목 2">
              <a:extLst>
                <a:ext uri="{FF2B5EF4-FFF2-40B4-BE49-F238E27FC236}">
                  <a16:creationId xmlns:a16="http://schemas.microsoft.com/office/drawing/2014/main" id="{196C0B30-610C-B7D0-C3C0-9B1D8A22A193}"/>
                </a:ext>
              </a:extLst>
            </p:cNvPr>
            <p:cNvSpPr txBox="1">
              <a:spLocks/>
            </p:cNvSpPr>
            <p:nvPr/>
          </p:nvSpPr>
          <p:spPr>
            <a:xfrm>
              <a:off x="8453988" y="189860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</p:txBody>
        </p:sp>
        <p:sp>
          <p:nvSpPr>
            <p:cNvPr id="70" name="제목 2">
              <a:extLst>
                <a:ext uri="{FF2B5EF4-FFF2-40B4-BE49-F238E27FC236}">
                  <a16:creationId xmlns:a16="http://schemas.microsoft.com/office/drawing/2014/main" id="{8446B136-354A-575B-5E04-1F76161344B6}"/>
                </a:ext>
              </a:extLst>
            </p:cNvPr>
            <p:cNvSpPr txBox="1">
              <a:spLocks/>
            </p:cNvSpPr>
            <p:nvPr/>
          </p:nvSpPr>
          <p:spPr>
            <a:xfrm>
              <a:off x="6332768" y="1898605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71" name="제목 2">
              <a:extLst>
                <a:ext uri="{FF2B5EF4-FFF2-40B4-BE49-F238E27FC236}">
                  <a16:creationId xmlns:a16="http://schemas.microsoft.com/office/drawing/2014/main" id="{9C27A0F5-A777-4AF5-9B3F-2EA2920D595B}"/>
                </a:ext>
              </a:extLst>
            </p:cNvPr>
            <p:cNvSpPr txBox="1">
              <a:spLocks/>
            </p:cNvSpPr>
            <p:nvPr/>
          </p:nvSpPr>
          <p:spPr>
            <a:xfrm>
              <a:off x="9303397" y="71747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72" name="제목 2">
              <a:extLst>
                <a:ext uri="{FF2B5EF4-FFF2-40B4-BE49-F238E27FC236}">
                  <a16:creationId xmlns:a16="http://schemas.microsoft.com/office/drawing/2014/main" id="{D0651A37-6C9A-7EA0-E4AB-8C4D6BE7906C}"/>
                </a:ext>
              </a:extLst>
            </p:cNvPr>
            <p:cNvSpPr txBox="1">
              <a:spLocks/>
            </p:cNvSpPr>
            <p:nvPr/>
          </p:nvSpPr>
          <p:spPr>
            <a:xfrm>
              <a:off x="9302726" y="2698557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73" name="제목 2">
              <a:extLst>
                <a:ext uri="{FF2B5EF4-FFF2-40B4-BE49-F238E27FC236}">
                  <a16:creationId xmlns:a16="http://schemas.microsoft.com/office/drawing/2014/main" id="{09D7F7D4-314B-FEB9-7899-21DFE912FA2D}"/>
                </a:ext>
              </a:extLst>
            </p:cNvPr>
            <p:cNvSpPr txBox="1">
              <a:spLocks/>
            </p:cNvSpPr>
            <p:nvPr/>
          </p:nvSpPr>
          <p:spPr>
            <a:xfrm>
              <a:off x="10570070" y="1901793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62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58EFC-18A7-A826-B947-DB912B81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2C4FC4D-5F2D-99C7-9EE5-54387930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E1E140-D5A4-9316-5399-DC144125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6C1921-82CE-689D-7D5F-22FE3B946125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2038BAC-A867-B019-963D-6755DA3728D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6E8956-811A-CB7A-E43B-C3BC991B8083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028415-47C2-94C4-BEFA-ABE74957CCB8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635354D-D48D-A6CD-419F-867812BFE5B9}"/>
              </a:ext>
            </a:extLst>
          </p:cNvPr>
          <p:cNvSpPr txBox="1"/>
          <p:nvPr/>
        </p:nvSpPr>
        <p:spPr>
          <a:xfrm>
            <a:off x="875211" y="2248514"/>
            <a:ext cx="40479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411E8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리스트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는 각 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정점에 대하여 연결된 정점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을 저장합니다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g[</a:t>
            </a:r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]={j, k, l}  ↔ </a:t>
            </a:r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에서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j, k, l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 가는 간선이 존재한다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391680C-7FEB-58CD-3C8A-B5FDAD0D919E}"/>
              </a:ext>
            </a:extLst>
          </p:cNvPr>
          <p:cNvGrpSpPr/>
          <p:nvPr/>
        </p:nvGrpSpPr>
        <p:grpSpPr>
          <a:xfrm>
            <a:off x="5748133" y="844732"/>
            <a:ext cx="5320743" cy="3008618"/>
            <a:chOff x="5971705" y="655608"/>
            <a:chExt cx="5008157" cy="2831866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92DB2998-D46D-4121-84B4-31D6373A5C76}"/>
                </a:ext>
              </a:extLst>
            </p:cNvPr>
            <p:cNvSpPr/>
            <p:nvPr/>
          </p:nvSpPr>
          <p:spPr>
            <a:xfrm>
              <a:off x="5971705" y="658380"/>
              <a:ext cx="814647" cy="814647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2D4BF8D6-B5DB-E2FF-760C-937F974E3E2D}"/>
                </a:ext>
              </a:extLst>
            </p:cNvPr>
            <p:cNvSpPr txBox="1">
              <a:spLocks/>
            </p:cNvSpPr>
            <p:nvPr/>
          </p:nvSpPr>
          <p:spPr>
            <a:xfrm>
              <a:off x="5971705" y="75536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DF7212B-E77F-B207-3B51-6D758DC36F18}"/>
                </a:ext>
              </a:extLst>
            </p:cNvPr>
            <p:cNvSpPr/>
            <p:nvPr/>
          </p:nvSpPr>
          <p:spPr>
            <a:xfrm>
              <a:off x="8068460" y="65838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15BD2C80-E73C-CE53-2EF8-E76D4644DD56}"/>
                </a:ext>
              </a:extLst>
            </p:cNvPr>
            <p:cNvSpPr txBox="1">
              <a:spLocks/>
            </p:cNvSpPr>
            <p:nvPr/>
          </p:nvSpPr>
          <p:spPr>
            <a:xfrm>
              <a:off x="8068460" y="75536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2BA62FF-959A-49E0-0885-0ED02426B771}"/>
                </a:ext>
              </a:extLst>
            </p:cNvPr>
            <p:cNvSpPr/>
            <p:nvPr/>
          </p:nvSpPr>
          <p:spPr>
            <a:xfrm>
              <a:off x="10165214" y="65560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2DC7BF01-DCA5-CB2B-EA0A-E8A30A312EAB}"/>
                </a:ext>
              </a:extLst>
            </p:cNvPr>
            <p:cNvSpPr txBox="1">
              <a:spLocks/>
            </p:cNvSpPr>
            <p:nvPr/>
          </p:nvSpPr>
          <p:spPr>
            <a:xfrm>
              <a:off x="10165215" y="78861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6EE251A-D67C-8E2D-9F8C-143605D40BEE}"/>
                </a:ext>
              </a:extLst>
            </p:cNvPr>
            <p:cNvSpPr/>
            <p:nvPr/>
          </p:nvSpPr>
          <p:spPr>
            <a:xfrm>
              <a:off x="5971705" y="263957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33681E9D-E24C-ADFC-098F-9733DF288AD7}"/>
                </a:ext>
              </a:extLst>
            </p:cNvPr>
            <p:cNvSpPr txBox="1">
              <a:spLocks/>
            </p:cNvSpPr>
            <p:nvPr/>
          </p:nvSpPr>
          <p:spPr>
            <a:xfrm>
              <a:off x="5971705" y="276980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84923506-98C5-64FB-A71D-AF379C183C28}"/>
                </a:ext>
              </a:extLst>
            </p:cNvPr>
            <p:cNvSpPr/>
            <p:nvPr/>
          </p:nvSpPr>
          <p:spPr>
            <a:xfrm>
              <a:off x="8068460" y="263957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3C618E3B-EB48-FC7D-80A6-DDDF75AC7E3A}"/>
                </a:ext>
              </a:extLst>
            </p:cNvPr>
            <p:cNvSpPr txBox="1">
              <a:spLocks/>
            </p:cNvSpPr>
            <p:nvPr/>
          </p:nvSpPr>
          <p:spPr>
            <a:xfrm>
              <a:off x="8068460" y="273655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DD4D3F9B-3736-67F5-DAC8-198E5E7E1930}"/>
                </a:ext>
              </a:extLst>
            </p:cNvPr>
            <p:cNvSpPr/>
            <p:nvPr/>
          </p:nvSpPr>
          <p:spPr>
            <a:xfrm>
              <a:off x="10165214" y="263680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F5CA1564-91D1-3A5C-B6B1-0AC320C065B2}"/>
                </a:ext>
              </a:extLst>
            </p:cNvPr>
            <p:cNvSpPr txBox="1">
              <a:spLocks/>
            </p:cNvSpPr>
            <p:nvPr/>
          </p:nvSpPr>
          <p:spPr>
            <a:xfrm>
              <a:off x="10165215" y="276980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24CA4A62-7C8D-9695-41EC-AD33C1D1E63E}"/>
                </a:ext>
              </a:extLst>
            </p:cNvPr>
            <p:cNvCxnSpPr>
              <a:stCxn id="48" idx="6"/>
              <a:endCxn id="50" idx="2"/>
            </p:cNvCxnSpPr>
            <p:nvPr/>
          </p:nvCxnSpPr>
          <p:spPr>
            <a:xfrm>
              <a:off x="6786352" y="106570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82D2F98E-2614-4543-E4DA-F549C5568F5F}"/>
                </a:ext>
              </a:extLst>
            </p:cNvPr>
            <p:cNvCxnSpPr/>
            <p:nvPr/>
          </p:nvCxnSpPr>
          <p:spPr>
            <a:xfrm>
              <a:off x="8883107" y="106570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CA16264A-5F52-F712-7A25-8376A4B293D8}"/>
                </a:ext>
              </a:extLst>
            </p:cNvPr>
            <p:cNvCxnSpPr>
              <a:stCxn id="48" idx="5"/>
              <a:endCxn id="56" idx="1"/>
            </p:cNvCxnSpPr>
            <p:nvPr/>
          </p:nvCxnSpPr>
          <p:spPr>
            <a:xfrm>
              <a:off x="6667050" y="135372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9096CBAA-174A-6D40-3F17-39C8B649CFB2}"/>
                </a:ext>
              </a:extLst>
            </p:cNvPr>
            <p:cNvCxnSpPr>
              <a:stCxn id="50" idx="4"/>
              <a:endCxn id="56" idx="0"/>
            </p:cNvCxnSpPr>
            <p:nvPr/>
          </p:nvCxnSpPr>
          <p:spPr>
            <a:xfrm>
              <a:off x="8475784" y="147302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F728EABD-9C22-926C-0339-4A13E4C49554}"/>
                </a:ext>
              </a:extLst>
            </p:cNvPr>
            <p:cNvCxnSpPr>
              <a:stCxn id="56" idx="6"/>
              <a:endCxn id="58" idx="2"/>
            </p:cNvCxnSpPr>
            <p:nvPr/>
          </p:nvCxnSpPr>
          <p:spPr>
            <a:xfrm flipV="1">
              <a:off x="8883107" y="304412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4786C5DF-6629-BB41-DC30-146F7CEBB596}"/>
                </a:ext>
              </a:extLst>
            </p:cNvPr>
            <p:cNvCxnSpPr>
              <a:stCxn id="58" idx="0"/>
              <a:endCxn id="52" idx="4"/>
            </p:cNvCxnSpPr>
            <p:nvPr/>
          </p:nvCxnSpPr>
          <p:spPr>
            <a:xfrm flipV="1">
              <a:off x="10572538" y="147025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BB4B479D-012D-5EAE-3467-5B23B8BE347C}"/>
                </a:ext>
              </a:extLst>
            </p:cNvPr>
            <p:cNvCxnSpPr>
              <a:stCxn id="54" idx="0"/>
              <a:endCxn id="48" idx="4"/>
            </p:cNvCxnSpPr>
            <p:nvPr/>
          </p:nvCxnSpPr>
          <p:spPr>
            <a:xfrm flipV="1">
              <a:off x="6379029" y="147302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99C055D-DEEF-3320-5568-47F1777B22F5}"/>
              </a:ext>
            </a:extLst>
          </p:cNvPr>
          <p:cNvSpPr txBox="1"/>
          <p:nvPr/>
        </p:nvSpPr>
        <p:spPr>
          <a:xfrm>
            <a:off x="6668969" y="4133973"/>
            <a:ext cx="3749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g[1]={2,5}</a:t>
            </a:r>
          </a:p>
          <a:p>
            <a:r>
              <a:rPr lang="en-US" altLang="ko-KR" dirty="0"/>
              <a:t>g[2]={3,5} </a:t>
            </a:r>
          </a:p>
          <a:p>
            <a:r>
              <a:rPr lang="en-US" altLang="ko-KR" dirty="0"/>
              <a:t>g[3]={} </a:t>
            </a:r>
          </a:p>
          <a:p>
            <a:r>
              <a:rPr lang="en-US" altLang="ko-KR" dirty="0"/>
              <a:t>g[4]={1} </a:t>
            </a:r>
          </a:p>
          <a:p>
            <a:r>
              <a:rPr lang="en-US" altLang="ko-KR" dirty="0"/>
              <a:t>g[5]={6} </a:t>
            </a:r>
          </a:p>
          <a:p>
            <a:r>
              <a:rPr lang="en-US" altLang="ko-KR" dirty="0"/>
              <a:t>g[6]={3}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B88D8-287C-89AE-F4E4-EBC62AEDA5DB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62EEC-8285-9732-6282-EC4B47F69008}"/>
              </a:ext>
            </a:extLst>
          </p:cNvPr>
          <p:cNvSpPr txBox="1"/>
          <p:nvPr/>
        </p:nvSpPr>
        <p:spPr>
          <a:xfrm>
            <a:off x="936097" y="4180139"/>
            <a:ext cx="36744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양방향 그래프의 경우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간선 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i↔j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가 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-&gt;j, j-&gt;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으로 </a:t>
            </a:r>
            <a:endParaRPr lang="en-US" altLang="ko-KR" sz="12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방향성 간선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2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개로 취급하여 저장합니다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가중치가 있는 경우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 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-&gt;j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의 간선이 가중치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w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있으면</a:t>
            </a:r>
            <a:endParaRPr lang="en-US" altLang="ko-KR" sz="12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a[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]={{j, w},…}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와 같은 형태로 저장합니다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20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50CE-F8D4-FEA0-8794-B85F1160E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7641718-C35F-D127-19F4-D2778D1A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CBD6C5-E1C2-9239-0466-CD31E28C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CC50735-886A-5BAA-D45A-5CC0ECDD2A5F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571A3FB-6783-F5F3-CDD2-7E3681B1B15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01A65F-4DEF-B017-26C3-337DCB7B7D8A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B98FFF-FAB6-7752-B5BE-1F2BD5669454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E958A9E-AE0A-3E22-EFCD-B6BF0D58E4C0}"/>
              </a:ext>
            </a:extLst>
          </p:cNvPr>
          <p:cNvSpPr txBox="1"/>
          <p:nvPr/>
        </p:nvSpPr>
        <p:spPr>
          <a:xfrm>
            <a:off x="875211" y="2248514"/>
            <a:ext cx="40479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rgbClr val="411E8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간선 리스트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는 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모든 간선을 </a:t>
            </a:r>
            <a:endParaRPr lang="en-US" altLang="ko-KR" sz="2200" dirty="0">
              <a:highlight>
                <a:srgbClr val="ECE4F9"/>
              </a:highlight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리스트에 저장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합니다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g={{</a:t>
            </a:r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 j},…} ↔ </a:t>
            </a:r>
          </a:p>
          <a:p>
            <a:r>
              <a:rPr lang="en-US" altLang="ko-KR" sz="22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-&gt;j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로 가는 간선이 존재한다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5280B60-BD14-8978-5EF3-1B8F5787CDB7}"/>
              </a:ext>
            </a:extLst>
          </p:cNvPr>
          <p:cNvGrpSpPr/>
          <p:nvPr/>
        </p:nvGrpSpPr>
        <p:grpSpPr>
          <a:xfrm>
            <a:off x="5748133" y="844732"/>
            <a:ext cx="5320743" cy="3008618"/>
            <a:chOff x="5971705" y="655608"/>
            <a:chExt cx="5008157" cy="2831866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781607EB-D940-02F7-D1C4-98CBF3F9D2CA}"/>
                </a:ext>
              </a:extLst>
            </p:cNvPr>
            <p:cNvSpPr/>
            <p:nvPr/>
          </p:nvSpPr>
          <p:spPr>
            <a:xfrm>
              <a:off x="5971705" y="658380"/>
              <a:ext cx="814647" cy="814647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B328AA0A-F6D4-CA2F-A32C-02F2F8647FCE}"/>
                </a:ext>
              </a:extLst>
            </p:cNvPr>
            <p:cNvSpPr txBox="1">
              <a:spLocks/>
            </p:cNvSpPr>
            <p:nvPr/>
          </p:nvSpPr>
          <p:spPr>
            <a:xfrm>
              <a:off x="5971705" y="75536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9881B09C-68ED-5E5E-4695-AFF6DC4F85D2}"/>
                </a:ext>
              </a:extLst>
            </p:cNvPr>
            <p:cNvSpPr/>
            <p:nvPr/>
          </p:nvSpPr>
          <p:spPr>
            <a:xfrm>
              <a:off x="8068460" y="658380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38ADF2B8-B421-E443-F618-5E119BA132B9}"/>
                </a:ext>
              </a:extLst>
            </p:cNvPr>
            <p:cNvSpPr txBox="1">
              <a:spLocks/>
            </p:cNvSpPr>
            <p:nvPr/>
          </p:nvSpPr>
          <p:spPr>
            <a:xfrm>
              <a:off x="8068460" y="75536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D5967F6-15C9-87D8-C2CA-296D5B7F2626}"/>
                </a:ext>
              </a:extLst>
            </p:cNvPr>
            <p:cNvSpPr/>
            <p:nvPr/>
          </p:nvSpPr>
          <p:spPr>
            <a:xfrm>
              <a:off x="10165214" y="655608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3E0943EB-98EA-B929-9701-9B8EE4279CD9}"/>
                </a:ext>
              </a:extLst>
            </p:cNvPr>
            <p:cNvSpPr txBox="1">
              <a:spLocks/>
            </p:cNvSpPr>
            <p:nvPr/>
          </p:nvSpPr>
          <p:spPr>
            <a:xfrm>
              <a:off x="10165215" y="788611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3FC8F9E-8AC7-A04B-FBBF-D0D995C063A5}"/>
                </a:ext>
              </a:extLst>
            </p:cNvPr>
            <p:cNvSpPr/>
            <p:nvPr/>
          </p:nvSpPr>
          <p:spPr>
            <a:xfrm>
              <a:off x="5971705" y="263957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22C9435D-5032-9278-C38F-80C3BFEA68E6}"/>
                </a:ext>
              </a:extLst>
            </p:cNvPr>
            <p:cNvSpPr txBox="1">
              <a:spLocks/>
            </p:cNvSpPr>
            <p:nvPr/>
          </p:nvSpPr>
          <p:spPr>
            <a:xfrm>
              <a:off x="5971705" y="2769808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92D2EFB-8EC3-B178-3D91-7D7BB18A4AA5}"/>
                </a:ext>
              </a:extLst>
            </p:cNvPr>
            <p:cNvSpPr/>
            <p:nvPr/>
          </p:nvSpPr>
          <p:spPr>
            <a:xfrm>
              <a:off x="8068460" y="263957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49D754DB-39A6-B21F-A1FF-FEB3A3531D30}"/>
                </a:ext>
              </a:extLst>
            </p:cNvPr>
            <p:cNvSpPr txBox="1">
              <a:spLocks/>
            </p:cNvSpPr>
            <p:nvPr/>
          </p:nvSpPr>
          <p:spPr>
            <a:xfrm>
              <a:off x="8068460" y="273655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66B4181-BB69-5994-1B5C-F9C329B033A0}"/>
                </a:ext>
              </a:extLst>
            </p:cNvPr>
            <p:cNvSpPr/>
            <p:nvPr/>
          </p:nvSpPr>
          <p:spPr>
            <a:xfrm>
              <a:off x="10165214" y="2636805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F683C2F6-A30F-FFB6-6654-5CF0C4B38458}"/>
                </a:ext>
              </a:extLst>
            </p:cNvPr>
            <p:cNvSpPr txBox="1">
              <a:spLocks/>
            </p:cNvSpPr>
            <p:nvPr/>
          </p:nvSpPr>
          <p:spPr>
            <a:xfrm>
              <a:off x="10165215" y="2769808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17814167-7188-738A-BC24-2A910CE7BFDF}"/>
                </a:ext>
              </a:extLst>
            </p:cNvPr>
            <p:cNvCxnSpPr>
              <a:stCxn id="48" idx="6"/>
              <a:endCxn id="50" idx="2"/>
            </p:cNvCxnSpPr>
            <p:nvPr/>
          </p:nvCxnSpPr>
          <p:spPr>
            <a:xfrm>
              <a:off x="6786352" y="106570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D517D3F2-F587-B6BF-B18C-9EA62322856F}"/>
                </a:ext>
              </a:extLst>
            </p:cNvPr>
            <p:cNvCxnSpPr/>
            <p:nvPr/>
          </p:nvCxnSpPr>
          <p:spPr>
            <a:xfrm>
              <a:off x="8883107" y="1065704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D62B6D37-94A7-2784-0BD7-52A19286AB52}"/>
                </a:ext>
              </a:extLst>
            </p:cNvPr>
            <p:cNvCxnSpPr>
              <a:stCxn id="48" idx="5"/>
              <a:endCxn id="56" idx="1"/>
            </p:cNvCxnSpPr>
            <p:nvPr/>
          </p:nvCxnSpPr>
          <p:spPr>
            <a:xfrm>
              <a:off x="6667050" y="1353725"/>
              <a:ext cx="1520712" cy="14051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F5235034-9CB2-D5EE-E90B-5DBFE98A79C7}"/>
                </a:ext>
              </a:extLst>
            </p:cNvPr>
            <p:cNvCxnSpPr>
              <a:stCxn id="50" idx="4"/>
              <a:endCxn id="56" idx="0"/>
            </p:cNvCxnSpPr>
            <p:nvPr/>
          </p:nvCxnSpPr>
          <p:spPr>
            <a:xfrm>
              <a:off x="8475784" y="147302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C1238528-6E2B-B07B-8EAE-B4F2550A6857}"/>
                </a:ext>
              </a:extLst>
            </p:cNvPr>
            <p:cNvCxnSpPr>
              <a:stCxn id="56" idx="6"/>
              <a:endCxn id="58" idx="2"/>
            </p:cNvCxnSpPr>
            <p:nvPr/>
          </p:nvCxnSpPr>
          <p:spPr>
            <a:xfrm flipV="1">
              <a:off x="8883107" y="3044129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A6C15E9C-CB48-EAB1-011F-D493AECDF42A}"/>
                </a:ext>
              </a:extLst>
            </p:cNvPr>
            <p:cNvCxnSpPr>
              <a:stCxn id="58" idx="0"/>
              <a:endCxn id="52" idx="4"/>
            </p:cNvCxnSpPr>
            <p:nvPr/>
          </p:nvCxnSpPr>
          <p:spPr>
            <a:xfrm flipV="1">
              <a:off x="10572538" y="1470255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E58736F2-9A85-AB0F-F4BC-43EAFB339F3F}"/>
                </a:ext>
              </a:extLst>
            </p:cNvPr>
            <p:cNvCxnSpPr>
              <a:stCxn id="54" idx="0"/>
              <a:endCxn id="48" idx="4"/>
            </p:cNvCxnSpPr>
            <p:nvPr/>
          </p:nvCxnSpPr>
          <p:spPr>
            <a:xfrm flipV="1">
              <a:off x="6379029" y="1473027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7D0846E-4634-83B4-85E6-F7DAC15E2D48}"/>
              </a:ext>
            </a:extLst>
          </p:cNvPr>
          <p:cNvSpPr txBox="1"/>
          <p:nvPr/>
        </p:nvSpPr>
        <p:spPr>
          <a:xfrm>
            <a:off x="6668968" y="4133973"/>
            <a:ext cx="417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g={{1,2},{1,5},{2,3},{2,5},{4,1},{5,6},{6,3}}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8C4681-5718-2BDC-BBFF-0B3580BFBFA5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483BEF-D74B-5354-E2FB-0CBBABCE4E93}"/>
              </a:ext>
            </a:extLst>
          </p:cNvPr>
          <p:cNvSpPr txBox="1"/>
          <p:nvPr/>
        </p:nvSpPr>
        <p:spPr>
          <a:xfrm>
            <a:off x="936097" y="4180139"/>
            <a:ext cx="3674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가중치가 있는 경우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 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-&gt;j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의 간선이 가중치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w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있으면</a:t>
            </a:r>
          </a:p>
          <a:p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g={{</a:t>
            </a:r>
            <a:r>
              <a:rPr lang="en-US" altLang="ko-KR" sz="12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i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, j, w},…}</a:t>
            </a:r>
            <a:r>
              <a:rPr lang="ko-KR" altLang="en-US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와 같은 형태로 저장합니다</a:t>
            </a:r>
            <a:r>
              <a:rPr lang="en-US" altLang="ko-KR" sz="12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975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B3C98-B2F0-B567-7D60-A5FBCB29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2BD7498-B76F-5B96-038E-227B2A1E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C84B88-4263-230B-9D1D-ABDE168E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9553DC-49BC-7EF6-A764-536B7B9161C8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438001F-BF5C-F5FD-1E18-055F6B93A1C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F485E1-41C2-41AC-2BFA-96B23A58A168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4EFA90-615B-8CC8-DDF6-DFF6A18952F8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52934DD-BF11-38CD-7216-6D34B5723FA0}"/>
              </a:ext>
            </a:extLst>
          </p:cNvPr>
          <p:cNvSpPr txBox="1"/>
          <p:nvPr/>
        </p:nvSpPr>
        <p:spPr>
          <a:xfrm>
            <a:off x="5882028" y="1493479"/>
            <a:ext cx="609600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#include</a:t>
            </a:r>
            <a:r>
              <a:rPr lang="en-US" altLang="ko-KR" sz="2000" b="0" dirty="0">
                <a:solidFill>
                  <a:srgbClr val="A31515"/>
                </a:solidFill>
                <a:effectLst/>
                <a:latin typeface="Hack" panose="020B0600000101010101" charset="0"/>
                <a:cs typeface="Hack" panose="020B0600000101010101" charset="0"/>
              </a:rPr>
              <a:t>&lt;bits/stdc++.h&gt;</a:t>
            </a:r>
            <a:endParaRPr lang="en-US" altLang="ko-KR" sz="2000" b="0" dirty="0">
              <a:solidFill>
                <a:srgbClr val="000000"/>
              </a:solidFill>
              <a:effectLst/>
              <a:latin typeface="Hack" panose="020B0600000101010101" charset="0"/>
              <a:cs typeface="Hack" panose="020B0600000101010101" charset="0"/>
            </a:endParaRPr>
          </a:p>
          <a:p>
            <a:pPr>
              <a:buNone/>
            </a:pPr>
            <a:b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20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using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namespace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20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std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vector&lt;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123456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b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b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20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20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main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(){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,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m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cin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&gt;&gt;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&gt;&gt;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m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20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for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2000" b="0" dirty="0" err="1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20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 </a:t>
            </a:r>
            <a:r>
              <a:rPr lang="en-US" altLang="ko-KR" sz="2000" b="0" dirty="0" err="1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&lt;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m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 </a:t>
            </a:r>
            <a:r>
              <a:rPr lang="en-US" altLang="ko-KR" sz="2000" b="0" dirty="0" err="1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++){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20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x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,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y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20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cin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&gt;&gt;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x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&gt;&gt;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y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x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].</a:t>
            </a:r>
            <a:r>
              <a:rPr lang="en-US" altLang="ko-KR" sz="20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push_back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20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y</a:t>
            </a: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}</a:t>
            </a:r>
          </a:p>
          <a:p>
            <a:pPr>
              <a:buNone/>
            </a:pPr>
            <a:r>
              <a:rPr lang="en-US" altLang="ko-KR" sz="2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altLang="ko-K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000" b="0" dirty="0">
              <a:solidFill>
                <a:srgbClr val="000000"/>
              </a:solidFill>
              <a:effectLst/>
              <a:latin typeface="Hack" panose="020B060903020202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303C288-AD1C-1CD6-82E2-5B7517EBF8F1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6FA41A2-5344-A99F-DA2A-E3D6EAC094DE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FAD79FE-DC39-90B5-13A2-28E13814C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5B90977E-2D0E-0C7C-2999-DFDF98FCDE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EBC8162-7244-FE28-A0A7-39BA0B70E3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B8E42B9-B0D2-D96F-6077-D388C7D0AD3D}"/>
              </a:ext>
            </a:extLst>
          </p:cNvPr>
          <p:cNvSpPr txBox="1"/>
          <p:nvPr/>
        </p:nvSpPr>
        <p:spPr>
          <a:xfrm>
            <a:off x="722811" y="2823546"/>
            <a:ext cx="430638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보통 인접 리스트로 그래프를 저장하며 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구현 코드는 다음과 같습니다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511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BC28-470B-7685-4C14-C6D595AB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E250422-A98D-5CC7-368B-20E61961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4918D9D-D2C6-7838-9548-1DF6B252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4643C4-03E2-8ED0-C4E5-A161178663B7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5DD141D-EEC8-4775-AC25-0D93A9326ED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69B70A-2498-236B-D524-FBF06E2C404E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06EACA-727D-F319-DBE4-E446F5AD1872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BFFBF05-BE87-B8C6-6816-E2D03C802016}"/>
              </a:ext>
            </a:extLst>
          </p:cNvPr>
          <p:cNvSpPr txBox="1"/>
          <p:nvPr/>
        </p:nvSpPr>
        <p:spPr>
          <a:xfrm>
            <a:off x="833536" y="1840210"/>
            <a:ext cx="60889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solidFill>
                  <a:srgbClr val="411E8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DFS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란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Depth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First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Search(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깊이 우선 탐색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의 약자로 그래프를 순회하는 방법 중 하나입니다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 정점에서 다른 정점으로 이동하며 더 이상 </a:t>
            </a:r>
            <a:endParaRPr lang="en-US" altLang="ko-KR" sz="22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이동이 불가능 할 때 멈추게 되는 알고리즘입니다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26DD8D-A648-8B7B-F072-C49356B195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861" t="5960" r="3403" b="12545"/>
          <a:stretch/>
        </p:blipFill>
        <p:spPr>
          <a:xfrm>
            <a:off x="7186325" y="1253765"/>
            <a:ext cx="4001267" cy="38889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C62011-4B6C-17E6-2100-184D10348771}"/>
              </a:ext>
            </a:extLst>
          </p:cNvPr>
          <p:cNvSpPr txBox="1"/>
          <p:nvPr/>
        </p:nvSpPr>
        <p:spPr>
          <a:xfrm>
            <a:off x="7542264" y="5222513"/>
            <a:ext cx="3491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https://www.geeksforgeeks.org/difference-between-bfs-and-dfs/</a:t>
            </a:r>
            <a:endParaRPr lang="ko-KR" altLang="en-US" sz="8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320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4DD4-8ABC-CC50-DFF3-E87DFA03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D82B66C-0A7C-E580-68AA-DF5FB3D8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2C49AE3-EE07-35E8-80C0-F8DD90EA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10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8FCF93A-2D12-F8B1-91E6-2A0F244634DB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4B6FD7-2518-914C-F729-78A49D98D1D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1001EC-4AB7-CA1C-56DF-D318480EF7D6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E1F9F4-F611-A0B1-5638-B1420A25C39E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A16BEB3-967D-0775-9162-F1EDE2B07E13}"/>
              </a:ext>
            </a:extLst>
          </p:cNvPr>
          <p:cNvSpPr txBox="1"/>
          <p:nvPr/>
        </p:nvSpPr>
        <p:spPr>
          <a:xfrm>
            <a:off x="722812" y="2275243"/>
            <a:ext cx="537318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컴퓨터가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개 있으며 네트워크 상 연결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m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개가 존재한다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번 컴퓨터가 바이러스에 감염이 되었다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네트워크 상 연결을 통하여 바이러스가 퍼져간다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번 컴퓨터를 통하여 감염되는 컴퓨터의 수를 출력한다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6A0288-B38F-780D-81FE-B56AC833602A}"/>
              </a:ext>
            </a:extLst>
          </p:cNvPr>
          <p:cNvGrpSpPr/>
          <p:nvPr/>
        </p:nvGrpSpPr>
        <p:grpSpPr>
          <a:xfrm>
            <a:off x="5052397" y="1545201"/>
            <a:ext cx="2087205" cy="430887"/>
            <a:chOff x="1097620" y="1639465"/>
            <a:chExt cx="2087205" cy="430887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DC91BF52-12FB-2FA7-A0E3-8729A74872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2" cy="33003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2CCBDF-4070-61D1-7D5C-18B51121EA4E}"/>
                </a:ext>
              </a:extLst>
            </p:cNvPr>
            <p:cNvSpPr txBox="1"/>
            <p:nvPr/>
          </p:nvSpPr>
          <p:spPr>
            <a:xfrm>
              <a:off x="1355463" y="1639465"/>
              <a:ext cx="18293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바이러스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(BOJ #2606)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234147E-FBEE-B6A9-5EB1-91FEF0FE3848}"/>
              </a:ext>
            </a:extLst>
          </p:cNvPr>
          <p:cNvSpPr txBox="1"/>
          <p:nvPr/>
        </p:nvSpPr>
        <p:spPr>
          <a:xfrm>
            <a:off x="7626626" y="2275243"/>
            <a:ext cx="193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마루 부리OTF 중간" panose="020B0600000101010101" charset="-127"/>
                <a:ea typeface="마루 부리OTF 중간" panose="020B0600000101010101" charset="-127"/>
              </a:rPr>
              <a:t>&lt;</a:t>
            </a:r>
            <a:r>
              <a:rPr lang="ko-KR" altLang="en-US" sz="1600" dirty="0">
                <a:latin typeface="마루 부리OTF 중간" panose="020B0600000101010101" charset="-127"/>
                <a:ea typeface="마루 부리OTF 중간" panose="020B0600000101010101" charset="-127"/>
              </a:rPr>
              <a:t>제약조건</a:t>
            </a:r>
            <a:r>
              <a:rPr lang="en-US" altLang="ko-KR" sz="1600" dirty="0">
                <a:latin typeface="마루 부리OTF 중간" panose="020B0600000101010101" charset="-127"/>
                <a:ea typeface="마루 부리OTF 중간" panose="020B0600000101010101" charset="-127"/>
              </a:rPr>
              <a:t>&gt;</a:t>
            </a:r>
          </a:p>
          <a:p>
            <a:r>
              <a:rPr lang="en-US" altLang="ko-KR" sz="1600" dirty="0">
                <a:latin typeface="마루 부리OTF 중간" panose="020B0600000101010101" charset="-127"/>
                <a:ea typeface="마루 부리OTF 중간" panose="020B0600000101010101" charset="-127"/>
              </a:rPr>
              <a:t>1 ≤ n ≤ 100</a:t>
            </a:r>
            <a:endParaRPr lang="ko-KR" altLang="en-US" sz="1600" dirty="0">
              <a:latin typeface="마루 부리OTF 중간" panose="020B0600000101010101" charset="-127"/>
              <a:ea typeface="마루 부리OTF 중간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556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9A86E-B7D7-D813-6A70-0320C261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8A892AB-C2FF-5B0A-2FDD-4BAC4076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DAE265-0D1C-34C4-BF59-C711866F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4A32E43-4767-0A97-B0A4-85153350A84D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50C39A1-5853-C0C4-E148-7DEE0687700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92E4FB-CF5C-7F85-31A6-F58F488BE9C3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4BCDEE-9CB4-A359-A96F-6AAFB252FD32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C86735F-9A7B-F4DE-1834-FB14A07406FE}"/>
              </a:ext>
            </a:extLst>
          </p:cNvPr>
          <p:cNvSpPr txBox="1"/>
          <p:nvPr/>
        </p:nvSpPr>
        <p:spPr>
          <a:xfrm>
            <a:off x="936097" y="1753083"/>
            <a:ext cx="41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예제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1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을 그려보면 오른쪽과 같이 나오며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DFS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를 활용하면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다음의 순서로 풀 수 있습니다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.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E78A4C-C45F-1708-1828-595EE7DD4FFF}"/>
              </a:ext>
            </a:extLst>
          </p:cNvPr>
          <p:cNvSpPr txBox="1"/>
          <p:nvPr/>
        </p:nvSpPr>
        <p:spPr>
          <a:xfrm>
            <a:off x="936097" y="3515843"/>
            <a:ext cx="1822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1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에서 시작합니다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7D1528B-2BB0-1E6F-2F69-C30A90DCF10D}"/>
              </a:ext>
            </a:extLst>
          </p:cNvPr>
          <p:cNvGrpSpPr/>
          <p:nvPr/>
        </p:nvGrpSpPr>
        <p:grpSpPr>
          <a:xfrm>
            <a:off x="5211762" y="1547713"/>
            <a:ext cx="5977301" cy="3008618"/>
            <a:chOff x="5211762" y="1547713"/>
            <a:chExt cx="5977301" cy="300861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D45EFB1-1977-067F-C613-48CA95B19D90}"/>
                </a:ext>
              </a:extLst>
            </p:cNvPr>
            <p:cNvSpPr/>
            <p:nvPr/>
          </p:nvSpPr>
          <p:spPr>
            <a:xfrm>
              <a:off x="5211762" y="1550658"/>
              <a:ext cx="865493" cy="865494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25400">
              <a:solidFill>
                <a:srgbClr val="411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12C0C65E-AE23-4546-2F96-0DD924E7C55D}"/>
                </a:ext>
              </a:extLst>
            </p:cNvPr>
            <p:cNvSpPr txBox="1">
              <a:spLocks/>
            </p:cNvSpPr>
            <p:nvPr/>
          </p:nvSpPr>
          <p:spPr>
            <a:xfrm>
              <a:off x="5211762" y="1653692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CB3C146-9038-807E-9ED8-D64B73F7D9BF}"/>
                </a:ext>
              </a:extLst>
            </p:cNvPr>
            <p:cNvSpPr/>
            <p:nvPr/>
          </p:nvSpPr>
          <p:spPr>
            <a:xfrm>
              <a:off x="6982612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7CAB1B77-EA3C-9B52-6AE6-8C182957686D}"/>
                </a:ext>
              </a:extLst>
            </p:cNvPr>
            <p:cNvSpPr txBox="1">
              <a:spLocks/>
            </p:cNvSpPr>
            <p:nvPr/>
          </p:nvSpPr>
          <p:spPr>
            <a:xfrm>
              <a:off x="6989495" y="1661133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EFE0D5DA-1D21-666C-DE89-B1AFCB3D9BD5}"/>
                </a:ext>
              </a:extLst>
            </p:cNvPr>
            <p:cNvSpPr/>
            <p:nvPr/>
          </p:nvSpPr>
          <p:spPr>
            <a:xfrm>
              <a:off x="8640479" y="1558098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B3EA3AE9-C935-F3FD-00BC-E093309A31FF}"/>
                </a:ext>
              </a:extLst>
            </p:cNvPr>
            <p:cNvSpPr txBox="1">
              <a:spLocks/>
            </p:cNvSpPr>
            <p:nvPr/>
          </p:nvSpPr>
          <p:spPr>
            <a:xfrm>
              <a:off x="8626716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2868E333-2D2B-D64F-9AD0-499E5BDEEB22}"/>
                </a:ext>
              </a:extLst>
            </p:cNvPr>
            <p:cNvSpPr/>
            <p:nvPr/>
          </p:nvSpPr>
          <p:spPr>
            <a:xfrm>
              <a:off x="607725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F30F1222-0233-97F8-2E40-786B2E91918F}"/>
                </a:ext>
              </a:extLst>
            </p:cNvPr>
            <p:cNvSpPr txBox="1">
              <a:spLocks/>
            </p:cNvSpPr>
            <p:nvPr/>
          </p:nvSpPr>
          <p:spPr>
            <a:xfrm>
              <a:off x="6077255" y="3829197"/>
              <a:ext cx="865493" cy="727134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B5385502-821C-B5B1-C704-943D3D23DBBC}"/>
                </a:ext>
              </a:extLst>
            </p:cNvPr>
            <p:cNvSpPr/>
            <p:nvPr/>
          </p:nvSpPr>
          <p:spPr>
            <a:xfrm>
              <a:off x="7923091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19039108-09A3-505C-9AAC-D940F2C659B3}"/>
                </a:ext>
              </a:extLst>
            </p:cNvPr>
            <p:cNvSpPr txBox="1">
              <a:spLocks/>
            </p:cNvSpPr>
            <p:nvPr/>
          </p:nvSpPr>
          <p:spPr>
            <a:xfrm>
              <a:off x="7923091" y="3793871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36257DBA-6470-D1A5-121E-86A9BE87DFB4}"/>
                </a:ext>
              </a:extLst>
            </p:cNvPr>
            <p:cNvSpPr/>
            <p:nvPr/>
          </p:nvSpPr>
          <p:spPr>
            <a:xfrm>
              <a:off x="960087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A7AE9FF6-AB52-F2D6-DE0D-0E9A4257BA25}"/>
                </a:ext>
              </a:extLst>
            </p:cNvPr>
            <p:cNvSpPr txBox="1">
              <a:spLocks/>
            </p:cNvSpPr>
            <p:nvPr/>
          </p:nvSpPr>
          <p:spPr>
            <a:xfrm>
              <a:off x="9600874" y="3790994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6D62AAA-3AAD-6EC4-87D6-BB696C425A30}"/>
                </a:ext>
              </a:extLst>
            </p:cNvPr>
            <p:cNvSpPr/>
            <p:nvPr/>
          </p:nvSpPr>
          <p:spPr>
            <a:xfrm>
              <a:off x="10323568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3" name="제목 2">
              <a:extLst>
                <a:ext uri="{FF2B5EF4-FFF2-40B4-BE49-F238E27FC236}">
                  <a16:creationId xmlns:a16="http://schemas.microsoft.com/office/drawing/2014/main" id="{950D92E4-6B08-646D-A09B-5B4009365ECE}"/>
                </a:ext>
              </a:extLst>
            </p:cNvPr>
            <p:cNvSpPr txBox="1">
              <a:spLocks/>
            </p:cNvSpPr>
            <p:nvPr/>
          </p:nvSpPr>
          <p:spPr>
            <a:xfrm>
              <a:off x="10323570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A9CA6FF-5559-9E90-A99B-A39ABF3ABAFA}"/>
                </a:ext>
              </a:extLst>
            </p:cNvPr>
            <p:cNvCxnSpPr>
              <a:cxnSpLocks/>
              <a:stCxn id="48" idx="4"/>
              <a:endCxn id="54" idx="1"/>
            </p:cNvCxnSpPr>
            <p:nvPr/>
          </p:nvCxnSpPr>
          <p:spPr>
            <a:xfrm>
              <a:off x="5644509" y="2416152"/>
              <a:ext cx="559495" cy="14014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8E6925C-1E75-B49D-A76C-4367C2334A4F}"/>
                </a:ext>
              </a:extLst>
            </p:cNvPr>
            <p:cNvCxnSpPr>
              <a:cxnSpLocks/>
              <a:stCxn id="48" idx="6"/>
              <a:endCxn id="50" idx="2"/>
            </p:cNvCxnSpPr>
            <p:nvPr/>
          </p:nvCxnSpPr>
          <p:spPr>
            <a:xfrm flipV="1">
              <a:off x="6077255" y="1980460"/>
              <a:ext cx="905357" cy="29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5A1F41A7-0FDE-EC17-8F12-61A1D9B8A5CA}"/>
                </a:ext>
              </a:extLst>
            </p:cNvPr>
            <p:cNvCxnSpPr>
              <a:cxnSpLocks/>
              <a:stCxn id="50" idx="6"/>
              <a:endCxn id="52" idx="2"/>
            </p:cNvCxnSpPr>
            <p:nvPr/>
          </p:nvCxnSpPr>
          <p:spPr>
            <a:xfrm>
              <a:off x="7848105" y="1980460"/>
              <a:ext cx="792374" cy="10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5A635EC-DE64-8022-8193-1B5D38B2B347}"/>
                </a:ext>
              </a:extLst>
            </p:cNvPr>
            <p:cNvCxnSpPr>
              <a:cxnSpLocks/>
              <a:stCxn id="56" idx="2"/>
              <a:endCxn id="54" idx="6"/>
            </p:cNvCxnSpPr>
            <p:nvPr/>
          </p:nvCxnSpPr>
          <p:spPr>
            <a:xfrm flipH="1">
              <a:off x="6942748" y="4123584"/>
              <a:ext cx="9803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B81B5853-00FB-D208-3CA5-9EF46412C280}"/>
                </a:ext>
              </a:extLst>
            </p:cNvPr>
            <p:cNvCxnSpPr>
              <a:cxnSpLocks/>
              <a:stCxn id="50" idx="4"/>
              <a:endCxn id="54" idx="7"/>
            </p:cNvCxnSpPr>
            <p:nvPr/>
          </p:nvCxnSpPr>
          <p:spPr>
            <a:xfrm flipH="1">
              <a:off x="6815999" y="2413207"/>
              <a:ext cx="599360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4469F3AE-63F2-6117-2372-AC48E3ACC0E6}"/>
                </a:ext>
              </a:extLst>
            </p:cNvPr>
            <p:cNvCxnSpPr>
              <a:cxnSpLocks/>
            </p:cNvCxnSpPr>
            <p:nvPr/>
          </p:nvCxnSpPr>
          <p:spPr>
            <a:xfrm>
              <a:off x="5644509" y="2416151"/>
              <a:ext cx="559495" cy="14014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06C7BCF-F3F8-EA7A-12B8-78BE8AC282D0}"/>
                </a:ext>
              </a:extLst>
            </p:cNvPr>
            <p:cNvCxnSpPr>
              <a:cxnSpLocks/>
              <a:stCxn id="12" idx="3"/>
              <a:endCxn id="58" idx="0"/>
            </p:cNvCxnSpPr>
            <p:nvPr/>
          </p:nvCxnSpPr>
          <p:spPr>
            <a:xfrm flipH="1">
              <a:off x="10033622" y="2286458"/>
              <a:ext cx="416695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6632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A37F-B65F-8E9C-7F66-2CDE03AC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4C8653C-05A2-F668-6779-841830B8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587A8C1-5D3E-346C-ABA3-D3362A3F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CD5F4E-787A-E4C3-05AC-D92B35608C69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FCF916D-9676-9D04-1705-432FE34C035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DDCA93-60B8-4989-9FC1-83D3A28BE9E5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6A4DE3-0D46-9020-9EBB-CDB6399C8CBD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5F318DB-66A0-73D2-7F4E-402724CE49A5}"/>
              </a:ext>
            </a:extLst>
          </p:cNvPr>
          <p:cNvSpPr txBox="1"/>
          <p:nvPr/>
        </p:nvSpPr>
        <p:spPr>
          <a:xfrm>
            <a:off x="936097" y="1753083"/>
            <a:ext cx="41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예제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1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을 그려보면 오른쪽과 같이 나오며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DFS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를 활용하면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다음의 순서로 풀 수 있습니다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.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66166-BB63-132F-FF39-D300F00CF9C4}"/>
              </a:ext>
            </a:extLst>
          </p:cNvPr>
          <p:cNvSpPr txBox="1"/>
          <p:nvPr/>
        </p:nvSpPr>
        <p:spPr>
          <a:xfrm>
            <a:off x="936097" y="3515843"/>
            <a:ext cx="4416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1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에서 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2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를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이후 탐색이 종료 후</a:t>
            </a:r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5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를 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BDF9D8F-B508-0AD3-A0B3-AE786A32E67C}"/>
              </a:ext>
            </a:extLst>
          </p:cNvPr>
          <p:cNvGrpSpPr/>
          <p:nvPr/>
        </p:nvGrpSpPr>
        <p:grpSpPr>
          <a:xfrm>
            <a:off x="5211762" y="1547713"/>
            <a:ext cx="5977301" cy="3008618"/>
            <a:chOff x="5211762" y="1547713"/>
            <a:chExt cx="5977301" cy="300861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BA4C815-3927-0245-23FE-5B9B41F27667}"/>
                </a:ext>
              </a:extLst>
            </p:cNvPr>
            <p:cNvSpPr/>
            <p:nvPr/>
          </p:nvSpPr>
          <p:spPr>
            <a:xfrm>
              <a:off x="5211762" y="1550658"/>
              <a:ext cx="865493" cy="865494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85431CE4-7912-F331-8B05-8C7E939257ED}"/>
                </a:ext>
              </a:extLst>
            </p:cNvPr>
            <p:cNvSpPr txBox="1">
              <a:spLocks/>
            </p:cNvSpPr>
            <p:nvPr/>
          </p:nvSpPr>
          <p:spPr>
            <a:xfrm>
              <a:off x="5211762" y="1653692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4919ABA-37FB-2E5B-7927-3720AFB73DB0}"/>
                </a:ext>
              </a:extLst>
            </p:cNvPr>
            <p:cNvSpPr/>
            <p:nvPr/>
          </p:nvSpPr>
          <p:spPr>
            <a:xfrm>
              <a:off x="6982612" y="1547713"/>
              <a:ext cx="865493" cy="865494"/>
            </a:xfrm>
            <a:prstGeom prst="ellipse">
              <a:avLst/>
            </a:prstGeom>
            <a:solidFill>
              <a:srgbClr val="ECE4F9"/>
            </a:solidFill>
            <a:ln w="25400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D54E48FE-1D51-12E8-FAD7-7CC490656AE4}"/>
                </a:ext>
              </a:extLst>
            </p:cNvPr>
            <p:cNvSpPr txBox="1">
              <a:spLocks/>
            </p:cNvSpPr>
            <p:nvPr/>
          </p:nvSpPr>
          <p:spPr>
            <a:xfrm>
              <a:off x="6989495" y="1661133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261F328-825B-3195-1176-EE5B320B5476}"/>
                </a:ext>
              </a:extLst>
            </p:cNvPr>
            <p:cNvSpPr/>
            <p:nvPr/>
          </p:nvSpPr>
          <p:spPr>
            <a:xfrm>
              <a:off x="8640479" y="1558098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07B5AC0F-B93B-F044-0FEC-BACAC79E67B2}"/>
                </a:ext>
              </a:extLst>
            </p:cNvPr>
            <p:cNvSpPr txBox="1">
              <a:spLocks/>
            </p:cNvSpPr>
            <p:nvPr/>
          </p:nvSpPr>
          <p:spPr>
            <a:xfrm>
              <a:off x="8626716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6D666FC-21FD-A796-DCDC-DBB81104153B}"/>
                </a:ext>
              </a:extLst>
            </p:cNvPr>
            <p:cNvSpPr/>
            <p:nvPr/>
          </p:nvSpPr>
          <p:spPr>
            <a:xfrm>
              <a:off x="607725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93315749-C80D-22C3-B097-EADD661647C6}"/>
                </a:ext>
              </a:extLst>
            </p:cNvPr>
            <p:cNvSpPr txBox="1">
              <a:spLocks/>
            </p:cNvSpPr>
            <p:nvPr/>
          </p:nvSpPr>
          <p:spPr>
            <a:xfrm>
              <a:off x="6077255" y="3829197"/>
              <a:ext cx="865493" cy="727134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C168558F-C465-0E80-575C-0D94263A12BB}"/>
                </a:ext>
              </a:extLst>
            </p:cNvPr>
            <p:cNvSpPr/>
            <p:nvPr/>
          </p:nvSpPr>
          <p:spPr>
            <a:xfrm>
              <a:off x="7923091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E265D1E5-0591-A286-4A9F-132F3011B41E}"/>
                </a:ext>
              </a:extLst>
            </p:cNvPr>
            <p:cNvSpPr txBox="1">
              <a:spLocks/>
            </p:cNvSpPr>
            <p:nvPr/>
          </p:nvSpPr>
          <p:spPr>
            <a:xfrm>
              <a:off x="7923091" y="3793871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10D792A-D959-C5E3-A746-87804640BB36}"/>
                </a:ext>
              </a:extLst>
            </p:cNvPr>
            <p:cNvSpPr/>
            <p:nvPr/>
          </p:nvSpPr>
          <p:spPr>
            <a:xfrm>
              <a:off x="960087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7E0EC075-5022-377D-659D-C04228550165}"/>
                </a:ext>
              </a:extLst>
            </p:cNvPr>
            <p:cNvSpPr txBox="1">
              <a:spLocks/>
            </p:cNvSpPr>
            <p:nvPr/>
          </p:nvSpPr>
          <p:spPr>
            <a:xfrm>
              <a:off x="9600874" y="3790994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76D0C1E-0809-CDDB-BB87-3F4F283D7BFF}"/>
                </a:ext>
              </a:extLst>
            </p:cNvPr>
            <p:cNvSpPr/>
            <p:nvPr/>
          </p:nvSpPr>
          <p:spPr>
            <a:xfrm>
              <a:off x="10323568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3" name="제목 2">
              <a:extLst>
                <a:ext uri="{FF2B5EF4-FFF2-40B4-BE49-F238E27FC236}">
                  <a16:creationId xmlns:a16="http://schemas.microsoft.com/office/drawing/2014/main" id="{6CC5DA50-16F1-983F-3B43-3539C0D560FA}"/>
                </a:ext>
              </a:extLst>
            </p:cNvPr>
            <p:cNvSpPr txBox="1">
              <a:spLocks/>
            </p:cNvSpPr>
            <p:nvPr/>
          </p:nvSpPr>
          <p:spPr>
            <a:xfrm>
              <a:off x="10323570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B322414-A281-A8F0-D6B7-BB0BB85BA04D}"/>
                </a:ext>
              </a:extLst>
            </p:cNvPr>
            <p:cNvCxnSpPr>
              <a:cxnSpLocks/>
              <a:stCxn id="48" idx="4"/>
              <a:endCxn id="54" idx="1"/>
            </p:cNvCxnSpPr>
            <p:nvPr/>
          </p:nvCxnSpPr>
          <p:spPr>
            <a:xfrm>
              <a:off x="5644509" y="2416152"/>
              <a:ext cx="559495" cy="14014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D308244-7B84-A89D-9F19-3A4EB0056FE8}"/>
                </a:ext>
              </a:extLst>
            </p:cNvPr>
            <p:cNvCxnSpPr>
              <a:cxnSpLocks/>
              <a:stCxn id="48" idx="6"/>
              <a:endCxn id="50" idx="2"/>
            </p:cNvCxnSpPr>
            <p:nvPr/>
          </p:nvCxnSpPr>
          <p:spPr>
            <a:xfrm flipV="1">
              <a:off x="6077255" y="1980460"/>
              <a:ext cx="905357" cy="29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5E999AE-62F7-00B3-6D8F-293B9604E945}"/>
                </a:ext>
              </a:extLst>
            </p:cNvPr>
            <p:cNvCxnSpPr>
              <a:cxnSpLocks/>
              <a:stCxn id="50" idx="6"/>
              <a:endCxn id="52" idx="2"/>
            </p:cNvCxnSpPr>
            <p:nvPr/>
          </p:nvCxnSpPr>
          <p:spPr>
            <a:xfrm>
              <a:off x="7848105" y="1980460"/>
              <a:ext cx="792374" cy="10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15F62D3D-AE4B-45FD-33F0-974888DA2A9C}"/>
                </a:ext>
              </a:extLst>
            </p:cNvPr>
            <p:cNvCxnSpPr>
              <a:cxnSpLocks/>
              <a:stCxn id="56" idx="2"/>
              <a:endCxn id="54" idx="6"/>
            </p:cNvCxnSpPr>
            <p:nvPr/>
          </p:nvCxnSpPr>
          <p:spPr>
            <a:xfrm flipH="1">
              <a:off x="6942748" y="4123584"/>
              <a:ext cx="9803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AD867BD-7299-4F82-6AD5-899737A9F949}"/>
                </a:ext>
              </a:extLst>
            </p:cNvPr>
            <p:cNvCxnSpPr>
              <a:cxnSpLocks/>
              <a:stCxn id="50" idx="4"/>
              <a:endCxn id="54" idx="7"/>
            </p:cNvCxnSpPr>
            <p:nvPr/>
          </p:nvCxnSpPr>
          <p:spPr>
            <a:xfrm flipH="1">
              <a:off x="6815999" y="2413207"/>
              <a:ext cx="599360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9DECD2-A54E-A4E1-6CE8-F9F56071441B}"/>
                </a:ext>
              </a:extLst>
            </p:cNvPr>
            <p:cNvCxnSpPr>
              <a:cxnSpLocks/>
            </p:cNvCxnSpPr>
            <p:nvPr/>
          </p:nvCxnSpPr>
          <p:spPr>
            <a:xfrm>
              <a:off x="5644509" y="2416151"/>
              <a:ext cx="559495" cy="14014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A348011-81F8-0963-F1A1-9B45DA5B5DB0}"/>
                </a:ext>
              </a:extLst>
            </p:cNvPr>
            <p:cNvCxnSpPr>
              <a:cxnSpLocks/>
              <a:stCxn id="12" idx="3"/>
              <a:endCxn id="58" idx="0"/>
            </p:cNvCxnSpPr>
            <p:nvPr/>
          </p:nvCxnSpPr>
          <p:spPr>
            <a:xfrm flipH="1">
              <a:off x="10033622" y="2286458"/>
              <a:ext cx="416695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080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57B8-AD3E-D63D-B3E1-97C3CCD4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AC75E66-6913-59CA-EF9C-E2359EAA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C943DF-5333-8FE5-9DFB-F528DA2F5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EA000FB-9886-F206-B758-FF64D9BDE193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D448E9-E31D-1F89-6087-EE3D836EFE9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2061A5-8A3E-25EC-400C-B6A1DD596CD7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FE42D3-C6E2-1F4E-6C8A-3A796E5A89C7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AE012B5-3A8E-D456-3260-13EAA3D56A42}"/>
              </a:ext>
            </a:extLst>
          </p:cNvPr>
          <p:cNvSpPr txBox="1"/>
          <p:nvPr/>
        </p:nvSpPr>
        <p:spPr>
          <a:xfrm>
            <a:off x="936097" y="1753083"/>
            <a:ext cx="41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예제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1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을 그려보면 오른쪽과 같이 나오며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DFS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를 활용하면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다음의 순서로 풀 수 있습니다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.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41033-A035-5F90-F7AD-E9CF56CB39AF}"/>
              </a:ext>
            </a:extLst>
          </p:cNvPr>
          <p:cNvSpPr txBox="1"/>
          <p:nvPr/>
        </p:nvSpPr>
        <p:spPr>
          <a:xfrm>
            <a:off x="936097" y="3515843"/>
            <a:ext cx="45111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2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에서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3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을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이후 탐색이 종료 후</a:t>
            </a:r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5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를 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 </a:t>
            </a:r>
          </a:p>
          <a:p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3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에서 더 이상 탐색할 수 없기에 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2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돌아가 다시 </a:t>
            </a:r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 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272CD696-7D24-934B-6071-DC1A0D2074FD}"/>
              </a:ext>
            </a:extLst>
          </p:cNvPr>
          <p:cNvGrpSpPr/>
          <p:nvPr/>
        </p:nvGrpSpPr>
        <p:grpSpPr>
          <a:xfrm>
            <a:off x="5211762" y="1547713"/>
            <a:ext cx="5977301" cy="3008618"/>
            <a:chOff x="5211762" y="1547713"/>
            <a:chExt cx="5977301" cy="300861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5466A652-B139-87A8-6C52-DF717CD21AC4}"/>
                </a:ext>
              </a:extLst>
            </p:cNvPr>
            <p:cNvSpPr/>
            <p:nvPr/>
          </p:nvSpPr>
          <p:spPr>
            <a:xfrm>
              <a:off x="5211762" y="1550658"/>
              <a:ext cx="865493" cy="865494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EE61C415-23BE-20CB-EA14-B4A1775055FA}"/>
                </a:ext>
              </a:extLst>
            </p:cNvPr>
            <p:cNvSpPr txBox="1">
              <a:spLocks/>
            </p:cNvSpPr>
            <p:nvPr/>
          </p:nvSpPr>
          <p:spPr>
            <a:xfrm>
              <a:off x="5211762" y="1653692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FF9C5BC6-9B62-7E93-3CC7-A5AF9CD4EBC2}"/>
                </a:ext>
              </a:extLst>
            </p:cNvPr>
            <p:cNvSpPr/>
            <p:nvPr/>
          </p:nvSpPr>
          <p:spPr>
            <a:xfrm>
              <a:off x="6982612" y="1547713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6F5EF95D-DF18-2725-16E8-298C5A39E46B}"/>
                </a:ext>
              </a:extLst>
            </p:cNvPr>
            <p:cNvSpPr txBox="1">
              <a:spLocks/>
            </p:cNvSpPr>
            <p:nvPr/>
          </p:nvSpPr>
          <p:spPr>
            <a:xfrm>
              <a:off x="6989495" y="1661133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39C980F-835E-FCAC-2A94-278C6E36FAB1}"/>
                </a:ext>
              </a:extLst>
            </p:cNvPr>
            <p:cNvSpPr/>
            <p:nvPr/>
          </p:nvSpPr>
          <p:spPr>
            <a:xfrm>
              <a:off x="8640479" y="1558098"/>
              <a:ext cx="865493" cy="865494"/>
            </a:xfrm>
            <a:prstGeom prst="ellipse">
              <a:avLst/>
            </a:prstGeom>
            <a:solidFill>
              <a:srgbClr val="ECE4F9"/>
            </a:solidFill>
            <a:ln w="25400">
              <a:solidFill>
                <a:srgbClr val="411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FBB7CB43-A3B8-8F88-9CDF-0C2EA664677C}"/>
                </a:ext>
              </a:extLst>
            </p:cNvPr>
            <p:cNvSpPr txBox="1">
              <a:spLocks/>
            </p:cNvSpPr>
            <p:nvPr/>
          </p:nvSpPr>
          <p:spPr>
            <a:xfrm>
              <a:off x="8626716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417AC48-988D-24F2-F6A0-19B9F4CDEFBD}"/>
                </a:ext>
              </a:extLst>
            </p:cNvPr>
            <p:cNvSpPr/>
            <p:nvPr/>
          </p:nvSpPr>
          <p:spPr>
            <a:xfrm>
              <a:off x="607725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C4F096E5-A2C2-AFC4-F634-06C619DF8627}"/>
                </a:ext>
              </a:extLst>
            </p:cNvPr>
            <p:cNvSpPr txBox="1">
              <a:spLocks/>
            </p:cNvSpPr>
            <p:nvPr/>
          </p:nvSpPr>
          <p:spPr>
            <a:xfrm>
              <a:off x="6077255" y="3829197"/>
              <a:ext cx="865493" cy="727134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F9CFEA5A-3AA5-513E-9AE5-C29E3C532A59}"/>
                </a:ext>
              </a:extLst>
            </p:cNvPr>
            <p:cNvSpPr/>
            <p:nvPr/>
          </p:nvSpPr>
          <p:spPr>
            <a:xfrm>
              <a:off x="7923091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9F28ADE3-A78B-CFA7-F88B-C1F4299B95C7}"/>
                </a:ext>
              </a:extLst>
            </p:cNvPr>
            <p:cNvSpPr txBox="1">
              <a:spLocks/>
            </p:cNvSpPr>
            <p:nvPr/>
          </p:nvSpPr>
          <p:spPr>
            <a:xfrm>
              <a:off x="7923091" y="3793871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EDDF40D8-EB8F-5A48-EA04-98C7BBE03FA3}"/>
                </a:ext>
              </a:extLst>
            </p:cNvPr>
            <p:cNvSpPr/>
            <p:nvPr/>
          </p:nvSpPr>
          <p:spPr>
            <a:xfrm>
              <a:off x="960087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06DB448C-D2FB-9309-D1D3-6F90F4AEC92A}"/>
                </a:ext>
              </a:extLst>
            </p:cNvPr>
            <p:cNvSpPr txBox="1">
              <a:spLocks/>
            </p:cNvSpPr>
            <p:nvPr/>
          </p:nvSpPr>
          <p:spPr>
            <a:xfrm>
              <a:off x="9600874" y="3790994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CF19454-185F-7476-3ABC-16741C2AB0E5}"/>
                </a:ext>
              </a:extLst>
            </p:cNvPr>
            <p:cNvSpPr/>
            <p:nvPr/>
          </p:nvSpPr>
          <p:spPr>
            <a:xfrm>
              <a:off x="10323568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3" name="제목 2">
              <a:extLst>
                <a:ext uri="{FF2B5EF4-FFF2-40B4-BE49-F238E27FC236}">
                  <a16:creationId xmlns:a16="http://schemas.microsoft.com/office/drawing/2014/main" id="{3303C450-651B-A193-DA75-108C226C8208}"/>
                </a:ext>
              </a:extLst>
            </p:cNvPr>
            <p:cNvSpPr txBox="1">
              <a:spLocks/>
            </p:cNvSpPr>
            <p:nvPr/>
          </p:nvSpPr>
          <p:spPr>
            <a:xfrm>
              <a:off x="10323570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C34D05-49C6-460B-8DF6-6E8F4426AF54}"/>
                </a:ext>
              </a:extLst>
            </p:cNvPr>
            <p:cNvCxnSpPr>
              <a:cxnSpLocks/>
              <a:stCxn id="48" idx="4"/>
              <a:endCxn id="54" idx="1"/>
            </p:cNvCxnSpPr>
            <p:nvPr/>
          </p:nvCxnSpPr>
          <p:spPr>
            <a:xfrm>
              <a:off x="5644509" y="2416152"/>
              <a:ext cx="559495" cy="14014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B797F795-40C0-FDEF-E3D0-613EFF5011E0}"/>
                </a:ext>
              </a:extLst>
            </p:cNvPr>
            <p:cNvCxnSpPr>
              <a:cxnSpLocks/>
              <a:stCxn id="48" idx="6"/>
              <a:endCxn id="50" idx="2"/>
            </p:cNvCxnSpPr>
            <p:nvPr/>
          </p:nvCxnSpPr>
          <p:spPr>
            <a:xfrm flipV="1">
              <a:off x="6077255" y="1980460"/>
              <a:ext cx="905357" cy="29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E98A7DA-F8E2-E093-58DE-B68A28B17217}"/>
                </a:ext>
              </a:extLst>
            </p:cNvPr>
            <p:cNvCxnSpPr>
              <a:cxnSpLocks/>
              <a:stCxn id="50" idx="6"/>
              <a:endCxn id="52" idx="2"/>
            </p:cNvCxnSpPr>
            <p:nvPr/>
          </p:nvCxnSpPr>
          <p:spPr>
            <a:xfrm>
              <a:off x="7848105" y="1980460"/>
              <a:ext cx="792374" cy="10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699B72F-207B-8582-65CA-08798DEBB26E}"/>
                </a:ext>
              </a:extLst>
            </p:cNvPr>
            <p:cNvCxnSpPr>
              <a:cxnSpLocks/>
              <a:stCxn id="56" idx="2"/>
              <a:endCxn id="54" idx="6"/>
            </p:cNvCxnSpPr>
            <p:nvPr/>
          </p:nvCxnSpPr>
          <p:spPr>
            <a:xfrm flipH="1">
              <a:off x="6942748" y="4123584"/>
              <a:ext cx="9803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B3DE3A18-0207-C53D-988C-126C2CAD6CC5}"/>
                </a:ext>
              </a:extLst>
            </p:cNvPr>
            <p:cNvCxnSpPr>
              <a:cxnSpLocks/>
              <a:stCxn id="50" idx="4"/>
              <a:endCxn id="54" idx="7"/>
            </p:cNvCxnSpPr>
            <p:nvPr/>
          </p:nvCxnSpPr>
          <p:spPr>
            <a:xfrm flipH="1">
              <a:off x="6815999" y="2413207"/>
              <a:ext cx="599360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57A0D12-D018-6747-6DA5-A3270A377AAE}"/>
                </a:ext>
              </a:extLst>
            </p:cNvPr>
            <p:cNvCxnSpPr>
              <a:cxnSpLocks/>
            </p:cNvCxnSpPr>
            <p:nvPr/>
          </p:nvCxnSpPr>
          <p:spPr>
            <a:xfrm>
              <a:off x="5644509" y="2416151"/>
              <a:ext cx="559495" cy="14014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4F9F07A-DA52-AC53-3868-268C00547C83}"/>
                </a:ext>
              </a:extLst>
            </p:cNvPr>
            <p:cNvCxnSpPr>
              <a:cxnSpLocks/>
              <a:stCxn id="12" idx="3"/>
              <a:endCxn id="58" idx="0"/>
            </p:cNvCxnSpPr>
            <p:nvPr/>
          </p:nvCxnSpPr>
          <p:spPr>
            <a:xfrm flipH="1">
              <a:off x="10033622" y="2286458"/>
              <a:ext cx="416695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728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9221-956A-4647-74CA-0993EBCD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4CF775A-8C70-CB53-CE9D-820B1D47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E430ED4-E8DE-BBD7-2D4C-142EB295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59B4804-0179-6099-C840-D94E1CD988F4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8EFECA-5451-B45C-6D60-74B0053CC85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D37F6A-9D96-0D2B-02EF-470847BC2B97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365B8D-93E6-516B-81F4-DFBA3438D047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BE293CE-52AD-C560-0666-72B510E6C67A}"/>
              </a:ext>
            </a:extLst>
          </p:cNvPr>
          <p:cNvSpPr txBox="1"/>
          <p:nvPr/>
        </p:nvSpPr>
        <p:spPr>
          <a:xfrm>
            <a:off x="936097" y="1753083"/>
            <a:ext cx="41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예제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1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을 그려보면 오른쪽과 같이 나오며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DFS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를 활용하면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다음의 순서로 풀 수 있습니다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.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6BC632-EE75-E381-C95C-BA7822FDBB5E}"/>
              </a:ext>
            </a:extLst>
          </p:cNvPr>
          <p:cNvSpPr txBox="1"/>
          <p:nvPr/>
        </p:nvSpPr>
        <p:spPr>
          <a:xfrm>
            <a:off x="936097" y="3515843"/>
            <a:ext cx="2513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다시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2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돌아가게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0D69C6B-E9F2-3113-1ECB-15E3CB36D6DD}"/>
              </a:ext>
            </a:extLst>
          </p:cNvPr>
          <p:cNvGrpSpPr/>
          <p:nvPr/>
        </p:nvGrpSpPr>
        <p:grpSpPr>
          <a:xfrm>
            <a:off x="5211762" y="1547713"/>
            <a:ext cx="5977301" cy="3008618"/>
            <a:chOff x="5211762" y="1547713"/>
            <a:chExt cx="5977301" cy="300861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BD9B77F-52F4-5784-F673-AB661197BF1F}"/>
                </a:ext>
              </a:extLst>
            </p:cNvPr>
            <p:cNvSpPr/>
            <p:nvPr/>
          </p:nvSpPr>
          <p:spPr>
            <a:xfrm>
              <a:off x="5211762" y="1550658"/>
              <a:ext cx="865493" cy="865494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DA318585-0EF6-A128-A7D2-B65E65DCB884}"/>
                </a:ext>
              </a:extLst>
            </p:cNvPr>
            <p:cNvSpPr txBox="1">
              <a:spLocks/>
            </p:cNvSpPr>
            <p:nvPr/>
          </p:nvSpPr>
          <p:spPr>
            <a:xfrm>
              <a:off x="5211762" y="1653692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CA5C554-2946-CCA7-E3A4-50EF8D13DE44}"/>
                </a:ext>
              </a:extLst>
            </p:cNvPr>
            <p:cNvSpPr/>
            <p:nvPr/>
          </p:nvSpPr>
          <p:spPr>
            <a:xfrm>
              <a:off x="6982612" y="1547713"/>
              <a:ext cx="865493" cy="865494"/>
            </a:xfrm>
            <a:prstGeom prst="ellipse">
              <a:avLst/>
            </a:prstGeom>
            <a:solidFill>
              <a:srgbClr val="ECE4F9"/>
            </a:solidFill>
            <a:ln w="25400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621A9B2F-C695-AAE0-5BC8-C56F592E9D3C}"/>
                </a:ext>
              </a:extLst>
            </p:cNvPr>
            <p:cNvSpPr txBox="1">
              <a:spLocks/>
            </p:cNvSpPr>
            <p:nvPr/>
          </p:nvSpPr>
          <p:spPr>
            <a:xfrm>
              <a:off x="6989495" y="1661133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6157D6E-68CE-B5AC-BE12-39155BCE9139}"/>
                </a:ext>
              </a:extLst>
            </p:cNvPr>
            <p:cNvSpPr/>
            <p:nvPr/>
          </p:nvSpPr>
          <p:spPr>
            <a:xfrm>
              <a:off x="8640479" y="1558098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9C676A1C-B791-B448-F2D9-D429F221265B}"/>
                </a:ext>
              </a:extLst>
            </p:cNvPr>
            <p:cNvSpPr txBox="1">
              <a:spLocks/>
            </p:cNvSpPr>
            <p:nvPr/>
          </p:nvSpPr>
          <p:spPr>
            <a:xfrm>
              <a:off x="8626716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C6437692-CAE7-8413-7766-492E9981A6AC}"/>
                </a:ext>
              </a:extLst>
            </p:cNvPr>
            <p:cNvSpPr/>
            <p:nvPr/>
          </p:nvSpPr>
          <p:spPr>
            <a:xfrm>
              <a:off x="607725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6BA38CC1-7FA5-E548-2803-A3B95B0A0AAA}"/>
                </a:ext>
              </a:extLst>
            </p:cNvPr>
            <p:cNvSpPr txBox="1">
              <a:spLocks/>
            </p:cNvSpPr>
            <p:nvPr/>
          </p:nvSpPr>
          <p:spPr>
            <a:xfrm>
              <a:off x="6077255" y="3829197"/>
              <a:ext cx="865493" cy="727134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05A354BC-4FDB-6779-BA5D-7C79690B9EC3}"/>
                </a:ext>
              </a:extLst>
            </p:cNvPr>
            <p:cNvSpPr/>
            <p:nvPr/>
          </p:nvSpPr>
          <p:spPr>
            <a:xfrm>
              <a:off x="7923091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8704A2AA-FD74-2838-0831-F108599CBBE4}"/>
                </a:ext>
              </a:extLst>
            </p:cNvPr>
            <p:cNvSpPr txBox="1">
              <a:spLocks/>
            </p:cNvSpPr>
            <p:nvPr/>
          </p:nvSpPr>
          <p:spPr>
            <a:xfrm>
              <a:off x="7923091" y="3793871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EE0C4025-04F6-0432-BF20-B492CA31CD66}"/>
                </a:ext>
              </a:extLst>
            </p:cNvPr>
            <p:cNvSpPr/>
            <p:nvPr/>
          </p:nvSpPr>
          <p:spPr>
            <a:xfrm>
              <a:off x="960087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B05DADBA-722A-6662-0BD7-3703BCD52797}"/>
                </a:ext>
              </a:extLst>
            </p:cNvPr>
            <p:cNvSpPr txBox="1">
              <a:spLocks/>
            </p:cNvSpPr>
            <p:nvPr/>
          </p:nvSpPr>
          <p:spPr>
            <a:xfrm>
              <a:off x="9600874" y="3790994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18BFEE1-A569-4113-C2E7-B4C182568B5F}"/>
                </a:ext>
              </a:extLst>
            </p:cNvPr>
            <p:cNvSpPr/>
            <p:nvPr/>
          </p:nvSpPr>
          <p:spPr>
            <a:xfrm>
              <a:off x="10323568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3" name="제목 2">
              <a:extLst>
                <a:ext uri="{FF2B5EF4-FFF2-40B4-BE49-F238E27FC236}">
                  <a16:creationId xmlns:a16="http://schemas.microsoft.com/office/drawing/2014/main" id="{99B717B8-1E2F-2B60-F9C7-EC304703BF54}"/>
                </a:ext>
              </a:extLst>
            </p:cNvPr>
            <p:cNvSpPr txBox="1">
              <a:spLocks/>
            </p:cNvSpPr>
            <p:nvPr/>
          </p:nvSpPr>
          <p:spPr>
            <a:xfrm>
              <a:off x="10323570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30696F4-724F-3F96-E08C-4C27AC8E25D2}"/>
                </a:ext>
              </a:extLst>
            </p:cNvPr>
            <p:cNvCxnSpPr>
              <a:cxnSpLocks/>
              <a:stCxn id="48" idx="4"/>
              <a:endCxn id="54" idx="1"/>
            </p:cNvCxnSpPr>
            <p:nvPr/>
          </p:nvCxnSpPr>
          <p:spPr>
            <a:xfrm>
              <a:off x="5644509" y="2416152"/>
              <a:ext cx="559495" cy="14014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0A746C64-0749-E179-6BA0-2CC5954B24AE}"/>
                </a:ext>
              </a:extLst>
            </p:cNvPr>
            <p:cNvCxnSpPr>
              <a:cxnSpLocks/>
              <a:stCxn id="48" idx="6"/>
              <a:endCxn id="50" idx="2"/>
            </p:cNvCxnSpPr>
            <p:nvPr/>
          </p:nvCxnSpPr>
          <p:spPr>
            <a:xfrm flipV="1">
              <a:off x="6077255" y="1980460"/>
              <a:ext cx="905357" cy="29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E8C1B0A-2CCF-C479-9D6F-2E05B30FB4D4}"/>
                </a:ext>
              </a:extLst>
            </p:cNvPr>
            <p:cNvCxnSpPr>
              <a:cxnSpLocks/>
              <a:stCxn id="50" idx="6"/>
              <a:endCxn id="52" idx="2"/>
            </p:cNvCxnSpPr>
            <p:nvPr/>
          </p:nvCxnSpPr>
          <p:spPr>
            <a:xfrm>
              <a:off x="7848105" y="1980460"/>
              <a:ext cx="792374" cy="10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9A6296F-B78E-E241-22E3-D93F14B537AC}"/>
                </a:ext>
              </a:extLst>
            </p:cNvPr>
            <p:cNvCxnSpPr>
              <a:cxnSpLocks/>
              <a:stCxn id="56" idx="2"/>
              <a:endCxn id="54" idx="6"/>
            </p:cNvCxnSpPr>
            <p:nvPr/>
          </p:nvCxnSpPr>
          <p:spPr>
            <a:xfrm flipH="1">
              <a:off x="6942748" y="4123584"/>
              <a:ext cx="9803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76534775-FFAF-5990-6978-7623D2D16B7B}"/>
                </a:ext>
              </a:extLst>
            </p:cNvPr>
            <p:cNvCxnSpPr>
              <a:cxnSpLocks/>
              <a:stCxn id="50" idx="4"/>
              <a:endCxn id="54" idx="7"/>
            </p:cNvCxnSpPr>
            <p:nvPr/>
          </p:nvCxnSpPr>
          <p:spPr>
            <a:xfrm flipH="1">
              <a:off x="6815999" y="2413207"/>
              <a:ext cx="599360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D8D7DA84-FBB9-35A1-AA6F-8F229ABEAF1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509" y="2416151"/>
              <a:ext cx="559495" cy="14014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66AF2106-58D5-4F9C-39DE-1963CA749D83}"/>
                </a:ext>
              </a:extLst>
            </p:cNvPr>
            <p:cNvCxnSpPr>
              <a:cxnSpLocks/>
              <a:stCxn id="12" idx="3"/>
              <a:endCxn id="58" idx="0"/>
            </p:cNvCxnSpPr>
            <p:nvPr/>
          </p:nvCxnSpPr>
          <p:spPr>
            <a:xfrm flipH="1">
              <a:off x="10033622" y="2286458"/>
              <a:ext cx="416695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6361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2730-D6C0-DBCB-F807-4726D1C8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8567766-42EC-9B2B-3C82-76A5E46F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BEF7A5-7BFC-3E36-C628-32E82278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19288B4-3982-761B-C42F-159E2D0F9913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986FA1E-249B-BAD4-BB84-8B8D0F3B7BA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349EED-5F8E-6347-F657-E48801A4CA8C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4E5901-6B67-ED81-EB90-D41B469812DD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DAFB337-5634-05EE-C6AF-FC943B720363}"/>
              </a:ext>
            </a:extLst>
          </p:cNvPr>
          <p:cNvSpPr txBox="1"/>
          <p:nvPr/>
        </p:nvSpPr>
        <p:spPr>
          <a:xfrm>
            <a:off x="936097" y="1753083"/>
            <a:ext cx="41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예제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1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을 그려보면 오른쪽과 같이 나오며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DFS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를 활용하면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다음의 순서로 풀 수 있습니다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.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A7A80-031C-6422-2AD7-5DC000D29B1F}"/>
              </a:ext>
            </a:extLst>
          </p:cNvPr>
          <p:cNvSpPr txBox="1"/>
          <p:nvPr/>
        </p:nvSpPr>
        <p:spPr>
          <a:xfrm>
            <a:off x="936097" y="3515843"/>
            <a:ext cx="41585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2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에서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5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이동하여 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  <a:p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1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은 이미 탐색하였기에 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6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을 탐색하게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9F34629-1759-E3BE-6F93-F87AB68F86B8}"/>
              </a:ext>
            </a:extLst>
          </p:cNvPr>
          <p:cNvGrpSpPr/>
          <p:nvPr/>
        </p:nvGrpSpPr>
        <p:grpSpPr>
          <a:xfrm>
            <a:off x="5211762" y="1547713"/>
            <a:ext cx="5977301" cy="3008618"/>
            <a:chOff x="5211762" y="1547713"/>
            <a:chExt cx="5977301" cy="300861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81ACBF0-95B3-50FE-D70A-3A003D4EFBBF}"/>
                </a:ext>
              </a:extLst>
            </p:cNvPr>
            <p:cNvSpPr/>
            <p:nvPr/>
          </p:nvSpPr>
          <p:spPr>
            <a:xfrm>
              <a:off x="5211762" y="1550658"/>
              <a:ext cx="865493" cy="865494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B55118DE-F152-E00D-D65A-6C5A19FE8FAE}"/>
                </a:ext>
              </a:extLst>
            </p:cNvPr>
            <p:cNvSpPr txBox="1">
              <a:spLocks/>
            </p:cNvSpPr>
            <p:nvPr/>
          </p:nvSpPr>
          <p:spPr>
            <a:xfrm>
              <a:off x="5211762" y="1653692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9B1200D-6A2E-679F-A9CD-7376128B9E8A}"/>
                </a:ext>
              </a:extLst>
            </p:cNvPr>
            <p:cNvSpPr/>
            <p:nvPr/>
          </p:nvSpPr>
          <p:spPr>
            <a:xfrm>
              <a:off x="6982612" y="1547713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ADC3D7F6-1898-E1F2-D758-FF5A91296D60}"/>
                </a:ext>
              </a:extLst>
            </p:cNvPr>
            <p:cNvSpPr txBox="1">
              <a:spLocks/>
            </p:cNvSpPr>
            <p:nvPr/>
          </p:nvSpPr>
          <p:spPr>
            <a:xfrm>
              <a:off x="6989495" y="1661133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F5CDD60-969F-CD02-3EE8-58AF974024CE}"/>
                </a:ext>
              </a:extLst>
            </p:cNvPr>
            <p:cNvSpPr/>
            <p:nvPr/>
          </p:nvSpPr>
          <p:spPr>
            <a:xfrm>
              <a:off x="8640479" y="1558098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0DD9CCF9-5FE6-A4A3-CE88-049344945DA0}"/>
                </a:ext>
              </a:extLst>
            </p:cNvPr>
            <p:cNvSpPr txBox="1">
              <a:spLocks/>
            </p:cNvSpPr>
            <p:nvPr/>
          </p:nvSpPr>
          <p:spPr>
            <a:xfrm>
              <a:off x="8626716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B5D4E8B-58BE-A30D-A769-5EE38B465DB5}"/>
                </a:ext>
              </a:extLst>
            </p:cNvPr>
            <p:cNvSpPr/>
            <p:nvPr/>
          </p:nvSpPr>
          <p:spPr>
            <a:xfrm>
              <a:off x="6077255" y="3690837"/>
              <a:ext cx="865493" cy="865494"/>
            </a:xfrm>
            <a:prstGeom prst="ellipse">
              <a:avLst/>
            </a:prstGeom>
            <a:solidFill>
              <a:srgbClr val="ECE4F9"/>
            </a:solidFill>
            <a:ln w="25400">
              <a:solidFill>
                <a:srgbClr val="411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A5BED9A4-D797-D3C5-642D-79EBFA9D440C}"/>
                </a:ext>
              </a:extLst>
            </p:cNvPr>
            <p:cNvSpPr txBox="1">
              <a:spLocks/>
            </p:cNvSpPr>
            <p:nvPr/>
          </p:nvSpPr>
          <p:spPr>
            <a:xfrm>
              <a:off x="6077255" y="3829197"/>
              <a:ext cx="865493" cy="727134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D34BB349-0927-504C-7272-4F5E27BD8E5E}"/>
                </a:ext>
              </a:extLst>
            </p:cNvPr>
            <p:cNvSpPr/>
            <p:nvPr/>
          </p:nvSpPr>
          <p:spPr>
            <a:xfrm>
              <a:off x="7923091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F5A89F42-B006-6948-BA9F-DECC568A9FE2}"/>
                </a:ext>
              </a:extLst>
            </p:cNvPr>
            <p:cNvSpPr txBox="1">
              <a:spLocks/>
            </p:cNvSpPr>
            <p:nvPr/>
          </p:nvSpPr>
          <p:spPr>
            <a:xfrm>
              <a:off x="7923091" y="3793871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DDBBFAA-D132-E6DC-6512-9208908A27E9}"/>
                </a:ext>
              </a:extLst>
            </p:cNvPr>
            <p:cNvSpPr/>
            <p:nvPr/>
          </p:nvSpPr>
          <p:spPr>
            <a:xfrm>
              <a:off x="960087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40348B1E-6CCE-3E12-666A-88DC722AA076}"/>
                </a:ext>
              </a:extLst>
            </p:cNvPr>
            <p:cNvSpPr txBox="1">
              <a:spLocks/>
            </p:cNvSpPr>
            <p:nvPr/>
          </p:nvSpPr>
          <p:spPr>
            <a:xfrm>
              <a:off x="9600874" y="3790994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B779473-519C-9486-0BBA-F25780F7EA07}"/>
                </a:ext>
              </a:extLst>
            </p:cNvPr>
            <p:cNvSpPr/>
            <p:nvPr/>
          </p:nvSpPr>
          <p:spPr>
            <a:xfrm>
              <a:off x="10323568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3" name="제목 2">
              <a:extLst>
                <a:ext uri="{FF2B5EF4-FFF2-40B4-BE49-F238E27FC236}">
                  <a16:creationId xmlns:a16="http://schemas.microsoft.com/office/drawing/2014/main" id="{6733187F-CE3D-3673-E86B-CA7FB0770447}"/>
                </a:ext>
              </a:extLst>
            </p:cNvPr>
            <p:cNvSpPr txBox="1">
              <a:spLocks/>
            </p:cNvSpPr>
            <p:nvPr/>
          </p:nvSpPr>
          <p:spPr>
            <a:xfrm>
              <a:off x="10323570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12E533C-9D75-3A38-E42A-5743D0A0BD9B}"/>
                </a:ext>
              </a:extLst>
            </p:cNvPr>
            <p:cNvCxnSpPr>
              <a:cxnSpLocks/>
              <a:stCxn id="48" idx="4"/>
              <a:endCxn id="54" idx="1"/>
            </p:cNvCxnSpPr>
            <p:nvPr/>
          </p:nvCxnSpPr>
          <p:spPr>
            <a:xfrm>
              <a:off x="5644509" y="2416152"/>
              <a:ext cx="559495" cy="14014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6E6A35B-9E84-0827-C290-89FD56AD4388}"/>
                </a:ext>
              </a:extLst>
            </p:cNvPr>
            <p:cNvCxnSpPr>
              <a:cxnSpLocks/>
              <a:stCxn id="48" idx="6"/>
              <a:endCxn id="50" idx="2"/>
            </p:cNvCxnSpPr>
            <p:nvPr/>
          </p:nvCxnSpPr>
          <p:spPr>
            <a:xfrm flipV="1">
              <a:off x="6077255" y="1980460"/>
              <a:ext cx="905357" cy="29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E53F8F6-2320-430E-1BFA-D22970EFAC19}"/>
                </a:ext>
              </a:extLst>
            </p:cNvPr>
            <p:cNvCxnSpPr>
              <a:cxnSpLocks/>
              <a:stCxn id="50" idx="6"/>
              <a:endCxn id="52" idx="2"/>
            </p:cNvCxnSpPr>
            <p:nvPr/>
          </p:nvCxnSpPr>
          <p:spPr>
            <a:xfrm>
              <a:off x="7848105" y="1980460"/>
              <a:ext cx="792374" cy="10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1BC0F219-22EC-6E20-5A63-32B4FDB8F780}"/>
                </a:ext>
              </a:extLst>
            </p:cNvPr>
            <p:cNvCxnSpPr>
              <a:cxnSpLocks/>
              <a:stCxn id="56" idx="2"/>
              <a:endCxn id="54" idx="6"/>
            </p:cNvCxnSpPr>
            <p:nvPr/>
          </p:nvCxnSpPr>
          <p:spPr>
            <a:xfrm flipH="1">
              <a:off x="6942748" y="4123584"/>
              <a:ext cx="9803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BB14F6A0-9BA6-8FE4-27B2-36A580C61A84}"/>
                </a:ext>
              </a:extLst>
            </p:cNvPr>
            <p:cNvCxnSpPr>
              <a:cxnSpLocks/>
              <a:stCxn id="50" idx="4"/>
              <a:endCxn id="54" idx="7"/>
            </p:cNvCxnSpPr>
            <p:nvPr/>
          </p:nvCxnSpPr>
          <p:spPr>
            <a:xfrm flipH="1">
              <a:off x="6815999" y="2413207"/>
              <a:ext cx="599360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5B62A6-075E-CC4C-7CD9-D8BBB569FCD5}"/>
                </a:ext>
              </a:extLst>
            </p:cNvPr>
            <p:cNvCxnSpPr>
              <a:cxnSpLocks/>
            </p:cNvCxnSpPr>
            <p:nvPr/>
          </p:nvCxnSpPr>
          <p:spPr>
            <a:xfrm>
              <a:off x="5644509" y="2416151"/>
              <a:ext cx="559495" cy="14014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A9450E02-DCAE-6477-1431-B7CA3EBE35E1}"/>
                </a:ext>
              </a:extLst>
            </p:cNvPr>
            <p:cNvCxnSpPr>
              <a:cxnSpLocks/>
              <a:stCxn id="12" idx="3"/>
              <a:endCxn id="58" idx="0"/>
            </p:cNvCxnSpPr>
            <p:nvPr/>
          </p:nvCxnSpPr>
          <p:spPr>
            <a:xfrm flipH="1">
              <a:off x="10033622" y="2286458"/>
              <a:ext cx="416695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5879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BBA5-7053-4DE8-0615-3D8756D1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C3E1350-753F-2F03-611E-F3D64167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1A2B35-75FD-BD9E-83BC-18034A6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3A3D28-E345-CFCD-5D22-2B793CE1F2AD}"/>
              </a:ext>
            </a:extLst>
          </p:cNvPr>
          <p:cNvGrpSpPr/>
          <p:nvPr/>
        </p:nvGrpSpPr>
        <p:grpSpPr>
          <a:xfrm>
            <a:off x="722811" y="577310"/>
            <a:ext cx="2586084" cy="750097"/>
            <a:chOff x="1271451" y="2719618"/>
            <a:chExt cx="2586084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0355AE0-5CC3-76D1-D2E2-42572270D77E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98D823-99A1-3AF8-FFB3-72615DCAEE23}"/>
                </a:ext>
              </a:extLst>
            </p:cNvPr>
            <p:cNvSpPr txBox="1"/>
            <p:nvPr/>
          </p:nvSpPr>
          <p:spPr>
            <a:xfrm>
              <a:off x="1382177" y="2853329"/>
              <a:ext cx="2475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1B98BE-BC9E-17DB-3BAB-FADA9A798905}"/>
                </a:ext>
              </a:extLst>
            </p:cNvPr>
            <p:cNvSpPr txBox="1"/>
            <p:nvPr/>
          </p:nvSpPr>
          <p:spPr>
            <a:xfrm>
              <a:off x="1382177" y="3192716"/>
              <a:ext cx="18115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2DA55B5-B03A-0392-44D6-6C27043A188F}"/>
              </a:ext>
            </a:extLst>
          </p:cNvPr>
          <p:cNvSpPr txBox="1"/>
          <p:nvPr/>
        </p:nvSpPr>
        <p:spPr>
          <a:xfrm>
            <a:off x="936097" y="1753083"/>
            <a:ext cx="4152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예제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1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을 그려보면 오른쪽과 같이 나오며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DFS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를 활용하면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  <a:p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다음의 순서로 풀 수 있습니다</a:t>
            </a:r>
            <a:r>
              <a:rPr lang="en-US" altLang="ko-KR" dirty="0">
                <a:latin typeface="마루 부리OTF 가는" panose="020B0600000101010101" charset="-127"/>
                <a:ea typeface="마루 부리OTF 가는" panose="020B0600000101010101" charset="-127"/>
              </a:rPr>
              <a:t>.</a:t>
            </a:r>
            <a:r>
              <a:rPr lang="ko-KR" altLang="en-US" dirty="0">
                <a:latin typeface="마루 부리OTF 가는" panose="020B0600000101010101" charset="-127"/>
                <a:ea typeface="마루 부리OTF 가는" panose="020B0600000101010101" charset="-127"/>
              </a:rPr>
              <a:t> </a:t>
            </a:r>
            <a:endParaRPr lang="en-US" altLang="ko-KR" dirty="0">
              <a:latin typeface="마루 부리OTF 가는" panose="020B0600000101010101" charset="-127"/>
              <a:ea typeface="마루 부리OTF 가는" panose="020B0600000101010101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DA316-4AAB-9BED-AB4B-80708F04FAE6}"/>
              </a:ext>
            </a:extLst>
          </p:cNvPr>
          <p:cNvSpPr txBox="1"/>
          <p:nvPr/>
        </p:nvSpPr>
        <p:spPr>
          <a:xfrm>
            <a:off x="936097" y="3515843"/>
            <a:ext cx="437491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6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에서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더 이상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탐색 할 수 있는 정점이 없기에 </a:t>
            </a:r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5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돌아가게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</a:p>
          <a:p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  <a:p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5,2,1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차례로 돌아가게 되어 종료하게 됩니다</a:t>
            </a:r>
            <a:r>
              <a:rPr lang="en-US" altLang="ko-KR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  <a:r>
              <a:rPr lang="ko-KR" altLang="en-US" sz="16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endParaRPr lang="en-US" altLang="ko-KR" sz="16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877FD72-36B7-9870-74E3-C025565B43FA}"/>
              </a:ext>
            </a:extLst>
          </p:cNvPr>
          <p:cNvGrpSpPr/>
          <p:nvPr/>
        </p:nvGrpSpPr>
        <p:grpSpPr>
          <a:xfrm>
            <a:off x="5211762" y="1547713"/>
            <a:ext cx="5977301" cy="3008618"/>
            <a:chOff x="5211762" y="1547713"/>
            <a:chExt cx="5977301" cy="3008618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1A8815B-9379-D679-E215-E678D0C0577C}"/>
                </a:ext>
              </a:extLst>
            </p:cNvPr>
            <p:cNvSpPr/>
            <p:nvPr/>
          </p:nvSpPr>
          <p:spPr>
            <a:xfrm>
              <a:off x="5211762" y="1550658"/>
              <a:ext cx="865493" cy="865494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9" name="제목 2">
              <a:extLst>
                <a:ext uri="{FF2B5EF4-FFF2-40B4-BE49-F238E27FC236}">
                  <a16:creationId xmlns:a16="http://schemas.microsoft.com/office/drawing/2014/main" id="{4572BF67-AB6F-46EB-DB69-98DEA6139040}"/>
                </a:ext>
              </a:extLst>
            </p:cNvPr>
            <p:cNvSpPr txBox="1">
              <a:spLocks/>
            </p:cNvSpPr>
            <p:nvPr/>
          </p:nvSpPr>
          <p:spPr>
            <a:xfrm>
              <a:off x="5211762" y="1653692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FD5DC91-8306-128D-EB87-45FB39D0F09E}"/>
                </a:ext>
              </a:extLst>
            </p:cNvPr>
            <p:cNvSpPr/>
            <p:nvPr/>
          </p:nvSpPr>
          <p:spPr>
            <a:xfrm>
              <a:off x="6982612" y="1547713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1" name="제목 2">
              <a:extLst>
                <a:ext uri="{FF2B5EF4-FFF2-40B4-BE49-F238E27FC236}">
                  <a16:creationId xmlns:a16="http://schemas.microsoft.com/office/drawing/2014/main" id="{513A6F5C-D995-73BD-E691-AE4839C31DEA}"/>
                </a:ext>
              </a:extLst>
            </p:cNvPr>
            <p:cNvSpPr txBox="1">
              <a:spLocks/>
            </p:cNvSpPr>
            <p:nvPr/>
          </p:nvSpPr>
          <p:spPr>
            <a:xfrm>
              <a:off x="6989495" y="1661133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7F3073D-B071-29FD-9931-1351EFDEF3E2}"/>
                </a:ext>
              </a:extLst>
            </p:cNvPr>
            <p:cNvSpPr/>
            <p:nvPr/>
          </p:nvSpPr>
          <p:spPr>
            <a:xfrm>
              <a:off x="8640479" y="1558098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3" name="제목 2">
              <a:extLst>
                <a:ext uri="{FF2B5EF4-FFF2-40B4-BE49-F238E27FC236}">
                  <a16:creationId xmlns:a16="http://schemas.microsoft.com/office/drawing/2014/main" id="{02C286A0-900C-A259-880E-0ECBEFF9C1AC}"/>
                </a:ext>
              </a:extLst>
            </p:cNvPr>
            <p:cNvSpPr txBox="1">
              <a:spLocks/>
            </p:cNvSpPr>
            <p:nvPr/>
          </p:nvSpPr>
          <p:spPr>
            <a:xfrm>
              <a:off x="8626716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52614C8-DECF-44B0-67AF-65856E04520F}"/>
                </a:ext>
              </a:extLst>
            </p:cNvPr>
            <p:cNvSpPr/>
            <p:nvPr/>
          </p:nvSpPr>
          <p:spPr>
            <a:xfrm>
              <a:off x="6077255" y="3690837"/>
              <a:ext cx="865493" cy="865494"/>
            </a:xfrm>
            <a:prstGeom prst="ellipse">
              <a:avLst/>
            </a:prstGeom>
            <a:solidFill>
              <a:srgbClr val="ECE4F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5" name="제목 2">
              <a:extLst>
                <a:ext uri="{FF2B5EF4-FFF2-40B4-BE49-F238E27FC236}">
                  <a16:creationId xmlns:a16="http://schemas.microsoft.com/office/drawing/2014/main" id="{18F36824-3FCF-8D1D-C5E8-32E060C89C74}"/>
                </a:ext>
              </a:extLst>
            </p:cNvPr>
            <p:cNvSpPr txBox="1">
              <a:spLocks/>
            </p:cNvSpPr>
            <p:nvPr/>
          </p:nvSpPr>
          <p:spPr>
            <a:xfrm>
              <a:off x="6077255" y="3829197"/>
              <a:ext cx="865493" cy="727134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85B7336C-01C3-95BE-8701-F325EBEDD81E}"/>
                </a:ext>
              </a:extLst>
            </p:cNvPr>
            <p:cNvSpPr/>
            <p:nvPr/>
          </p:nvSpPr>
          <p:spPr>
            <a:xfrm>
              <a:off x="7923091" y="3690837"/>
              <a:ext cx="865493" cy="865494"/>
            </a:xfrm>
            <a:prstGeom prst="ellipse">
              <a:avLst/>
            </a:prstGeom>
            <a:solidFill>
              <a:srgbClr val="ECE4F9"/>
            </a:solidFill>
            <a:ln w="25400">
              <a:solidFill>
                <a:srgbClr val="411E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7" name="제목 2">
              <a:extLst>
                <a:ext uri="{FF2B5EF4-FFF2-40B4-BE49-F238E27FC236}">
                  <a16:creationId xmlns:a16="http://schemas.microsoft.com/office/drawing/2014/main" id="{E329C0C1-7DB9-AA60-2D29-CAEF0EEFDA1C}"/>
                </a:ext>
              </a:extLst>
            </p:cNvPr>
            <p:cNvSpPr txBox="1">
              <a:spLocks/>
            </p:cNvSpPr>
            <p:nvPr/>
          </p:nvSpPr>
          <p:spPr>
            <a:xfrm>
              <a:off x="7923091" y="3793871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EC390EDC-9BE3-B643-BFCA-C2F38FD8C9C7}"/>
                </a:ext>
              </a:extLst>
            </p:cNvPr>
            <p:cNvSpPr/>
            <p:nvPr/>
          </p:nvSpPr>
          <p:spPr>
            <a:xfrm>
              <a:off x="9600875" y="3690837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59" name="제목 2">
              <a:extLst>
                <a:ext uri="{FF2B5EF4-FFF2-40B4-BE49-F238E27FC236}">
                  <a16:creationId xmlns:a16="http://schemas.microsoft.com/office/drawing/2014/main" id="{100E6169-0FAA-4120-E21A-5493EA5DF0A3}"/>
                </a:ext>
              </a:extLst>
            </p:cNvPr>
            <p:cNvSpPr txBox="1">
              <a:spLocks/>
            </p:cNvSpPr>
            <p:nvPr/>
          </p:nvSpPr>
          <p:spPr>
            <a:xfrm>
              <a:off x="9600874" y="3790994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7</a:t>
              </a: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0604D42-6F36-FB4C-76C2-79AAF2575DCF}"/>
                </a:ext>
              </a:extLst>
            </p:cNvPr>
            <p:cNvSpPr/>
            <p:nvPr/>
          </p:nvSpPr>
          <p:spPr>
            <a:xfrm>
              <a:off x="10323568" y="1547713"/>
              <a:ext cx="865493" cy="8654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3" name="제목 2">
              <a:extLst>
                <a:ext uri="{FF2B5EF4-FFF2-40B4-BE49-F238E27FC236}">
                  <a16:creationId xmlns:a16="http://schemas.microsoft.com/office/drawing/2014/main" id="{0ADC7284-71C2-F3AA-FBAF-B17E62BFE533}"/>
                </a:ext>
              </a:extLst>
            </p:cNvPr>
            <p:cNvSpPr txBox="1">
              <a:spLocks/>
            </p:cNvSpPr>
            <p:nvPr/>
          </p:nvSpPr>
          <p:spPr>
            <a:xfrm>
              <a:off x="10323570" y="1689017"/>
              <a:ext cx="865493" cy="762459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BA61E0C-CB19-0419-D6CE-912B7320556E}"/>
                </a:ext>
              </a:extLst>
            </p:cNvPr>
            <p:cNvCxnSpPr>
              <a:cxnSpLocks/>
              <a:stCxn id="48" idx="4"/>
              <a:endCxn id="54" idx="1"/>
            </p:cNvCxnSpPr>
            <p:nvPr/>
          </p:nvCxnSpPr>
          <p:spPr>
            <a:xfrm>
              <a:off x="5644509" y="2416152"/>
              <a:ext cx="559495" cy="14014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CF7425E-5593-784D-C54C-018FF4A8E138}"/>
                </a:ext>
              </a:extLst>
            </p:cNvPr>
            <p:cNvCxnSpPr>
              <a:cxnSpLocks/>
              <a:stCxn id="48" idx="6"/>
              <a:endCxn id="50" idx="2"/>
            </p:cNvCxnSpPr>
            <p:nvPr/>
          </p:nvCxnSpPr>
          <p:spPr>
            <a:xfrm flipV="1">
              <a:off x="6077255" y="1980460"/>
              <a:ext cx="905357" cy="29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21D5550-F0C3-4D6D-1343-71CB1D289AF7}"/>
                </a:ext>
              </a:extLst>
            </p:cNvPr>
            <p:cNvCxnSpPr>
              <a:cxnSpLocks/>
              <a:stCxn id="50" idx="6"/>
              <a:endCxn id="52" idx="2"/>
            </p:cNvCxnSpPr>
            <p:nvPr/>
          </p:nvCxnSpPr>
          <p:spPr>
            <a:xfrm>
              <a:off x="7848105" y="1980460"/>
              <a:ext cx="792374" cy="10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1448ED8-8421-76DB-363C-D96F3F00DEF9}"/>
                </a:ext>
              </a:extLst>
            </p:cNvPr>
            <p:cNvCxnSpPr>
              <a:cxnSpLocks/>
              <a:stCxn id="56" idx="2"/>
              <a:endCxn id="54" idx="6"/>
            </p:cNvCxnSpPr>
            <p:nvPr/>
          </p:nvCxnSpPr>
          <p:spPr>
            <a:xfrm flipH="1">
              <a:off x="6942748" y="4123584"/>
              <a:ext cx="9803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62CD9E5-B25D-513A-6230-A894963621A0}"/>
                </a:ext>
              </a:extLst>
            </p:cNvPr>
            <p:cNvCxnSpPr>
              <a:cxnSpLocks/>
              <a:stCxn id="50" idx="4"/>
              <a:endCxn id="54" idx="7"/>
            </p:cNvCxnSpPr>
            <p:nvPr/>
          </p:nvCxnSpPr>
          <p:spPr>
            <a:xfrm flipH="1">
              <a:off x="6815999" y="2413207"/>
              <a:ext cx="599360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6B0F62C4-0BBC-0DA5-896F-54A10DD54F68}"/>
                </a:ext>
              </a:extLst>
            </p:cNvPr>
            <p:cNvCxnSpPr>
              <a:cxnSpLocks/>
            </p:cNvCxnSpPr>
            <p:nvPr/>
          </p:nvCxnSpPr>
          <p:spPr>
            <a:xfrm>
              <a:off x="5644509" y="2416151"/>
              <a:ext cx="559495" cy="14014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402CBA6-3B5A-E157-A9EC-FB4E70E82319}"/>
                </a:ext>
              </a:extLst>
            </p:cNvPr>
            <p:cNvCxnSpPr>
              <a:cxnSpLocks/>
              <a:stCxn id="12" idx="3"/>
              <a:endCxn id="58" idx="0"/>
            </p:cNvCxnSpPr>
            <p:nvPr/>
          </p:nvCxnSpPr>
          <p:spPr>
            <a:xfrm flipH="1">
              <a:off x="10033622" y="2286458"/>
              <a:ext cx="416695" cy="14043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4877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0B50-E99F-B890-6ED2-F8D53C9B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6FC1B05-5A7F-084B-1AEB-06688EF5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D7FBF8F-6F55-D86D-A35C-09A6A931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CA838A6-4E4B-5685-0DAA-8B9F03C83550}"/>
              </a:ext>
            </a:extLst>
          </p:cNvPr>
          <p:cNvGrpSpPr/>
          <p:nvPr/>
        </p:nvGrpSpPr>
        <p:grpSpPr>
          <a:xfrm>
            <a:off x="722811" y="577310"/>
            <a:ext cx="2658218" cy="750097"/>
            <a:chOff x="1271451" y="2719618"/>
            <a:chExt cx="2658218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028CDB8-4108-1049-2EC5-F0BE8BCA3B1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35BCD1-4579-BFDE-BC2B-A6A8762DECDF}"/>
                </a:ext>
              </a:extLst>
            </p:cNvPr>
            <p:cNvSpPr txBox="1"/>
            <p:nvPr/>
          </p:nvSpPr>
          <p:spPr>
            <a:xfrm>
              <a:off x="1382177" y="2853329"/>
              <a:ext cx="2547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DDCFCB-B450-D909-C20A-021BDDF52200}"/>
                </a:ext>
              </a:extLst>
            </p:cNvPr>
            <p:cNvSpPr txBox="1"/>
            <p:nvPr/>
          </p:nvSpPr>
          <p:spPr>
            <a:xfrm>
              <a:off x="1382177" y="3192716"/>
              <a:ext cx="185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 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4285463-C0E0-0F04-47AC-EABD35079CCE}"/>
              </a:ext>
            </a:extLst>
          </p:cNvPr>
          <p:cNvSpPr txBox="1"/>
          <p:nvPr/>
        </p:nvSpPr>
        <p:spPr>
          <a:xfrm>
            <a:off x="6263420" y="1526377"/>
            <a:ext cx="574734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bool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cur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&lt;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(!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])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}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  <a:p>
            <a:pPr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main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…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…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6A67C26-5670-A4B0-D95E-4510090735D5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46EE45A-A926-3FDB-D2BD-B4785B824D52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228843D-5BC7-8748-FF5E-3F06208563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539C63D8-3C31-ECC3-67C5-DE97E23F8F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3730E1B-6B04-E0A7-7B56-F3980EBBFA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0EA6208-AB82-CD46-FFDA-66D4F2035535}"/>
              </a:ext>
            </a:extLst>
          </p:cNvPr>
          <p:cNvSpPr txBox="1"/>
          <p:nvPr/>
        </p:nvSpPr>
        <p:spPr>
          <a:xfrm>
            <a:off x="722811" y="2228660"/>
            <a:ext cx="4306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이제 위의 과정을 코드로 구현하면 다음과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같습니다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547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54CA-EF88-FC0D-588D-F3980518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1D0B84F-5188-0C94-80BE-3B19197BA906}"/>
              </a:ext>
            </a:extLst>
          </p:cNvPr>
          <p:cNvSpPr/>
          <p:nvPr/>
        </p:nvSpPr>
        <p:spPr>
          <a:xfrm>
            <a:off x="5392474" y="2876551"/>
            <a:ext cx="7113035" cy="165824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652F329-7BBD-320C-D9A4-12621377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1476B11-B665-CDDF-B809-D22EEEDE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CA1DF13-3398-0263-C012-47F14B96DD63}"/>
              </a:ext>
            </a:extLst>
          </p:cNvPr>
          <p:cNvGrpSpPr/>
          <p:nvPr/>
        </p:nvGrpSpPr>
        <p:grpSpPr>
          <a:xfrm>
            <a:off x="722811" y="577310"/>
            <a:ext cx="2658218" cy="750097"/>
            <a:chOff x="1271451" y="2719618"/>
            <a:chExt cx="2658218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D0F2CD-F4E7-7A37-B551-E10365E5F71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3C9F72-EEDB-0889-C818-9D3243FA4E9C}"/>
                </a:ext>
              </a:extLst>
            </p:cNvPr>
            <p:cNvSpPr txBox="1"/>
            <p:nvPr/>
          </p:nvSpPr>
          <p:spPr>
            <a:xfrm>
              <a:off x="1382177" y="2853329"/>
              <a:ext cx="2547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7FA2C3-E5C9-2C5D-58E0-68D5B842498C}"/>
                </a:ext>
              </a:extLst>
            </p:cNvPr>
            <p:cNvSpPr txBox="1"/>
            <p:nvPr/>
          </p:nvSpPr>
          <p:spPr>
            <a:xfrm>
              <a:off x="1382177" y="3192716"/>
              <a:ext cx="185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 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43CC1D-7EAE-F284-C87C-975A01242440}"/>
              </a:ext>
            </a:extLst>
          </p:cNvPr>
          <p:cNvSpPr txBox="1"/>
          <p:nvPr/>
        </p:nvSpPr>
        <p:spPr>
          <a:xfrm>
            <a:off x="6263419" y="1526377"/>
            <a:ext cx="566084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bool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cur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&lt;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(!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])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  <a:p>
            <a:pPr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main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…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…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00B8005-B014-F2E1-9A17-D72B51DF8D68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8CF8B681-E388-FE57-CAD7-A59316CC1607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76276DB-9C51-8326-7F59-0591EDD76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529BF5F2-F38F-BCF7-9001-1D3A24E344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CEF24F3-CBAB-2B94-E17D-2B04BF683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20201A0-1529-E52B-7530-131F7A9EB7E9}"/>
              </a:ext>
            </a:extLst>
          </p:cNvPr>
          <p:cNvSpPr txBox="1"/>
          <p:nvPr/>
        </p:nvSpPr>
        <p:spPr>
          <a:xfrm>
            <a:off x="722811" y="2228660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현재 방문한 정점에 방문표시를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0300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F5B9-198A-4943-FDD4-0769C135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A91D5EB-23F9-3113-6A22-A55E93C21B39}"/>
              </a:ext>
            </a:extLst>
          </p:cNvPr>
          <p:cNvSpPr/>
          <p:nvPr/>
        </p:nvSpPr>
        <p:spPr>
          <a:xfrm>
            <a:off x="5392474" y="3277110"/>
            <a:ext cx="7113035" cy="899467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919B699-4637-E226-92A2-B34D66FC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DC8940-6B18-3EFD-9B1C-29C81673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19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2F6B81A-368B-7D66-A7BA-6FADB5614E1E}"/>
              </a:ext>
            </a:extLst>
          </p:cNvPr>
          <p:cNvGrpSpPr/>
          <p:nvPr/>
        </p:nvGrpSpPr>
        <p:grpSpPr>
          <a:xfrm>
            <a:off x="722811" y="577310"/>
            <a:ext cx="2658218" cy="750097"/>
            <a:chOff x="1271451" y="2719618"/>
            <a:chExt cx="2658218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6A95BEC-4C74-ADA9-1D35-248EB3890D4E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B1D48F-56BF-9AF7-62CD-64B2EEEDA818}"/>
                </a:ext>
              </a:extLst>
            </p:cNvPr>
            <p:cNvSpPr txBox="1"/>
            <p:nvPr/>
          </p:nvSpPr>
          <p:spPr>
            <a:xfrm>
              <a:off x="1382177" y="2853329"/>
              <a:ext cx="2547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E69DCF-C40A-0B01-B9BD-6D03660C67D8}"/>
                </a:ext>
              </a:extLst>
            </p:cNvPr>
            <p:cNvSpPr txBox="1"/>
            <p:nvPr/>
          </p:nvSpPr>
          <p:spPr>
            <a:xfrm>
              <a:off x="1382177" y="3192716"/>
              <a:ext cx="185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 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27E7DBA-F072-25C9-4582-1C3CF5D6FB79}"/>
              </a:ext>
            </a:extLst>
          </p:cNvPr>
          <p:cNvSpPr txBox="1"/>
          <p:nvPr/>
        </p:nvSpPr>
        <p:spPr>
          <a:xfrm>
            <a:off x="6263420" y="1526377"/>
            <a:ext cx="564849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vector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bool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&gt;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111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, </a:t>
            </a:r>
            <a:r>
              <a:rPr lang="en-US" altLang="ko-KR" sz="1400" b="0" dirty="0">
                <a:solidFill>
                  <a:srgbClr val="267F99"/>
                </a:solidFill>
                <a:effectLst/>
                <a:latin typeface="Hack" panose="020B0600000101010101" charset="0"/>
                <a:cs typeface="Hack" panose="020B0600000101010101" charset="0"/>
              </a:rPr>
              <a:t>false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cur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&lt;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[cur].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();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++){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=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adjacent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[cur][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Hack" panose="020B0600000101010101" charset="0"/>
                <a:cs typeface="Hack" panose="020B0600000101010101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(!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Hack" panose="020B0600000101010101" charset="0"/>
                <a:cs typeface="Hack" panose="020B0600000101010101" charset="0"/>
              </a:rPr>
              <a:t>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])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    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ch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  <a:p>
            <a:pPr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Hack" panose="020B0600000101010101" charset="0"/>
                <a:cs typeface="Hack" panose="020B0600000101010101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main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…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Hack" panose="020B0600000101010101" charset="0"/>
                <a:cs typeface="Hack" panose="020B0600000101010101" charset="0"/>
              </a:rPr>
              <a:t>dfs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(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Hack" panose="020B0600000101010101" charset="0"/>
                <a:cs typeface="Hack" panose="020B0600000101010101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    …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}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70977D3-9025-4511-A211-6965DDD34A8D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8D1DF29D-7112-5C87-70C0-D0F9D6461D12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435FE36A-AE62-B1E4-3C1D-842D4977F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76CC6436-648B-1D7F-6C61-0322899154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CDF91FF-4C7E-1083-981F-24819F27B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4CF6B82-384E-C3DE-A7D0-7EDC055C87A9}"/>
              </a:ext>
            </a:extLst>
          </p:cNvPr>
          <p:cNvSpPr txBox="1"/>
          <p:nvPr/>
        </p:nvSpPr>
        <p:spPr>
          <a:xfrm>
            <a:off x="722811" y="2228660"/>
            <a:ext cx="4306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방문 할 수 있는 정점 중 방문하지 않은 것에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대하여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반복합니다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D4322-A9AF-CDB4-9B93-24C9B3A49CD9}"/>
              </a:ext>
            </a:extLst>
          </p:cNvPr>
          <p:cNvSpPr txBox="1"/>
          <p:nvPr/>
        </p:nvSpPr>
        <p:spPr>
          <a:xfrm>
            <a:off x="6263420" y="5802993"/>
            <a:ext cx="4857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 for(int </a:t>
            </a:r>
            <a:r>
              <a:rPr lang="en-US" altLang="ko-KR" sz="1000" dirty="0" err="1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i</a:t>
            </a:r>
            <a:r>
              <a:rPr lang="en-US" altLang="ko-KR" sz="1000" dirty="0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 = 0; </a:t>
            </a:r>
            <a:r>
              <a:rPr lang="en-US" altLang="ko-KR" sz="1000" dirty="0" err="1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i</a:t>
            </a:r>
            <a:r>
              <a:rPr lang="en-US" altLang="ko-KR" sz="1000" dirty="0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 &lt; adjacent[cur]; </a:t>
            </a:r>
            <a:r>
              <a:rPr lang="en-US" altLang="ko-KR" sz="1000" dirty="0" err="1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i</a:t>
            </a:r>
            <a:r>
              <a:rPr lang="en-US" altLang="ko-KR" sz="1000" dirty="0">
                <a:solidFill>
                  <a:srgbClr val="000000"/>
                </a:solidFill>
                <a:latin typeface="마루 부리OTF 아주가는" panose="020B0600000101010101" charset="-127"/>
                <a:ea typeface="마루 부리OTF 아주가는" panose="020B0600000101010101" charset="-127"/>
                <a:cs typeface="Hack" panose="020B0600000101010101" charset="0"/>
              </a:rPr>
              <a:t>++) </a:t>
            </a:r>
            <a:r>
              <a:rPr lang="ko-KR" altLang="en-US" sz="1000" b="0" dirty="0">
                <a:solidFill>
                  <a:srgbClr val="000000"/>
                </a:solidFill>
                <a:effectLst/>
                <a:latin typeface="Hack" panose="020B0600000101010101" charset="0"/>
                <a:cs typeface="Hack" panose="020B0600000101010101" charset="0"/>
              </a:rPr>
              <a:t>를</a:t>
            </a:r>
            <a:endParaRPr lang="en-US" altLang="ko-KR" sz="1000" dirty="0">
              <a:solidFill>
                <a:srgbClr val="000000"/>
              </a:solidFill>
              <a:latin typeface="Hack" panose="020B0600000101010101" charset="0"/>
              <a:cs typeface="Hack" panose="020B0600000101010101" charset="0"/>
            </a:endParaRPr>
          </a:p>
          <a:p>
            <a:r>
              <a:rPr lang="ko-KR" altLang="en-US" sz="10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 </a:t>
            </a:r>
            <a:r>
              <a:rPr lang="en-US" altLang="ko-KR" sz="10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for(auto </a:t>
            </a:r>
            <a:r>
              <a:rPr lang="en-US" altLang="ko-KR" sz="1000" dirty="0" err="1">
                <a:latin typeface="마루 부리OTF 아주가는" panose="020B0600000101010101" charset="-127"/>
                <a:ea typeface="마루 부리OTF 아주가는" panose="020B0600000101010101" charset="-127"/>
              </a:rPr>
              <a:t>ch</a:t>
            </a:r>
            <a:r>
              <a:rPr lang="en-US" altLang="ko-KR" sz="10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: adjacent[cur]) </a:t>
            </a:r>
            <a:r>
              <a:rPr lang="ko-KR" altLang="en-US" sz="10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로 대신 써도 됩니다</a:t>
            </a:r>
            <a:r>
              <a:rPr lang="en-US" altLang="ko-KR" sz="1000" dirty="0">
                <a:latin typeface="마루 부리OTF 아주가는" panose="020B0600000101010101" charset="-127"/>
                <a:ea typeface="마루 부리OTF 아주가는" panose="020B0600000101010101" charset="-127"/>
              </a:rPr>
              <a:t>.</a:t>
            </a:r>
            <a:endParaRPr lang="ko-KR" altLang="en-US" sz="1000" dirty="0">
              <a:latin typeface="마루 부리OTF 아주가는" panose="020B0600000101010101" charset="-127"/>
              <a:ea typeface="마루 부리OTF 아주가는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9863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8C90-903B-2BF1-6FB4-722C0FD5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3BB8BBD-063E-C5AD-BCC5-577BD291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DE788AB-0AA8-A0D9-B4CD-3784A792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20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689E0D9-C16D-019B-FE03-E78C7B44259A}"/>
              </a:ext>
            </a:extLst>
          </p:cNvPr>
          <p:cNvGrpSpPr/>
          <p:nvPr/>
        </p:nvGrpSpPr>
        <p:grpSpPr>
          <a:xfrm>
            <a:off x="722811" y="577310"/>
            <a:ext cx="2658218" cy="750097"/>
            <a:chOff x="1271451" y="2719618"/>
            <a:chExt cx="2658218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3D939EF-115F-F77E-C975-5F2CA67D3F5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F69E97-09DC-E9E2-C8EA-44305A488685}"/>
                </a:ext>
              </a:extLst>
            </p:cNvPr>
            <p:cNvSpPr txBox="1"/>
            <p:nvPr/>
          </p:nvSpPr>
          <p:spPr>
            <a:xfrm>
              <a:off x="1382177" y="2853329"/>
              <a:ext cx="2547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그래프 이론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&amp; DFS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37AC4-F73B-2594-35D9-F5785322929D}"/>
                </a:ext>
              </a:extLst>
            </p:cNvPr>
            <p:cNvSpPr txBox="1"/>
            <p:nvPr/>
          </p:nvSpPr>
          <p:spPr>
            <a:xfrm>
              <a:off x="1382177" y="3192716"/>
              <a:ext cx="185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&lt;Graph Theory &amp; DFS&gt; 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028DBFD-883E-3322-D284-E8614AEDF2F3}"/>
              </a:ext>
            </a:extLst>
          </p:cNvPr>
          <p:cNvSpPr txBox="1"/>
          <p:nvPr/>
        </p:nvSpPr>
        <p:spPr>
          <a:xfrm>
            <a:off x="6392294" y="2197882"/>
            <a:ext cx="5444581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[x][y] =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[x][y];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+ d &lt; n &amp;&amp; !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 + d][y])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+ d, y);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 + d &lt; n &amp;&amp; !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[x][y + d])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 + d);</a:t>
            </a:r>
          </a:p>
          <a:p>
            <a:pPr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b="0" dirty="0">
              <a:solidFill>
                <a:srgbClr val="000000"/>
              </a:solidFill>
              <a:effectLst/>
              <a:latin typeface="Hack" panose="020B0600000101010101" charset="0"/>
              <a:cs typeface="Hack" panose="020B0600000101010101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9DA6BA-B17E-F2AD-F7B3-E893A765640F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1B70AE2-D758-5C9F-3D13-9910EFFF542B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3D39F2C1-336A-4C3C-D5B3-961175978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17A024C-501B-FDFA-D6F7-77A42E51A1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52D690B-635D-2526-1885-DCB3FD5791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6C9901E-D9BD-5C16-90D1-2B83F465ECFD}"/>
              </a:ext>
            </a:extLst>
          </p:cNvPr>
          <p:cNvSpPr txBox="1"/>
          <p:nvPr/>
        </p:nvSpPr>
        <p:spPr>
          <a:xfrm>
            <a:off x="722811" y="2228660"/>
            <a:ext cx="430638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그래프 외에서도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활용할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옆은 배열에서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사용하는 예시입니다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일반적으로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현재 상태를 처리했다고 표시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될 수 있는 다음 상태 중에서 처리하지 않은 것에 대하여 반복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구조를 가집니다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95628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14285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필수 문제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341961C-51C8-AD09-6FA4-6D0313682DC7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F12F775-532B-3A5C-6513-23CDFA918780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A7BE940B-E6D3-53BC-717F-055402626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7AF04-800F-CF98-2ED6-27C83E4530FE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바이러스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#2606)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5DDAAB-1D20-DCB5-EE2A-4CEE275E3B91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위에서 설명한 문제입니다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726B822-8D07-494E-D51C-23B33077616B}"/>
              </a:ext>
            </a:extLst>
          </p:cNvPr>
          <p:cNvGrpSpPr/>
          <p:nvPr/>
        </p:nvGrpSpPr>
        <p:grpSpPr>
          <a:xfrm>
            <a:off x="6886356" y="1761511"/>
            <a:ext cx="4407057" cy="790584"/>
            <a:chOff x="833537" y="1761511"/>
            <a:chExt cx="4407057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BBBB05C-5EBD-7019-F748-4BE98DA5879D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31C961CA-52D6-3EF0-ADF3-ED9F37AEE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1424FA-4107-D1F2-BD99-1538D7F11479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도시와 </a:t>
                </a: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비트코인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#31575)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2886CA-81A1-AAF7-DE7B-51AAAD5D6F13}"/>
                </a:ext>
              </a:extLst>
            </p:cNvPr>
            <p:cNvSpPr txBox="1"/>
            <p:nvPr/>
          </p:nvSpPr>
          <p:spPr>
            <a:xfrm>
              <a:off x="1091379" y="2227006"/>
              <a:ext cx="343949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배열 위에서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DFS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를 해 봅시다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F6C5-AF16-16BF-6085-0811BB2A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1E02841-0044-548A-D18B-521EF3E8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40CAAD-7861-D1C9-0794-F9A54CDC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198C40-5DC5-0FE0-C288-6EDB730B3B4D}"/>
              </a:ext>
            </a:extLst>
          </p:cNvPr>
          <p:cNvGrpSpPr/>
          <p:nvPr/>
        </p:nvGrpSpPr>
        <p:grpSpPr>
          <a:xfrm>
            <a:off x="722811" y="577310"/>
            <a:ext cx="2108389" cy="533821"/>
            <a:chOff x="1271451" y="2719618"/>
            <a:chExt cx="210838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BFC32E-F856-21B8-F562-0E14214D9AF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595DEF-2C1A-AAD8-C154-F5A8C39E4AA2}"/>
                </a:ext>
              </a:extLst>
            </p:cNvPr>
            <p:cNvSpPr txBox="1"/>
            <p:nvPr/>
          </p:nvSpPr>
          <p:spPr>
            <a:xfrm>
              <a:off x="1382177" y="2853329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 도전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3857E5A-ED6F-D588-DE60-0AF4DFEEE8D5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704ECE4-5738-6FA7-3856-419AF859519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41C628A4-68D8-5FCC-F31B-261C96DE2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A72912-A81F-FC99-46CA-82D92D24BC6C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알고리즘 수업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–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깊이 우선 탐색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6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#24484)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046493-2FF4-D99D-4418-8C9E7E4CA1DB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각 정점의 깊이도 저장해 봅시다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3E9C399-6E57-6DD4-9698-EF77280DF1B5}"/>
              </a:ext>
            </a:extLst>
          </p:cNvPr>
          <p:cNvGrpSpPr/>
          <p:nvPr/>
        </p:nvGrpSpPr>
        <p:grpSpPr>
          <a:xfrm>
            <a:off x="833537" y="4305905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4B07977-9D58-68D7-77DD-14142120613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2E9ECC13-8641-2E14-9164-B054ACD52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472BD0-9DE6-9F01-40C3-9398A5B64A6D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트리의 부모 찾기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#11725)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85B7E9-3252-973F-3293-DC6B6078BED6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트리는 특수한 형태의 그래프입니다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ABD03DC-1D7C-0B64-CB84-5ACAC3B5A41F}"/>
              </a:ext>
            </a:extLst>
          </p:cNvPr>
          <p:cNvGrpSpPr/>
          <p:nvPr/>
        </p:nvGrpSpPr>
        <p:grpSpPr>
          <a:xfrm>
            <a:off x="6886356" y="3033708"/>
            <a:ext cx="4407057" cy="790584"/>
            <a:chOff x="833537" y="1761511"/>
            <a:chExt cx="4407057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65F77A3F-0803-8B75-EA32-FBBDE6F5FA75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9E275332-7E15-B703-4183-9E0ED615E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70F28AC-F430-70A8-0473-FAE342BFB2E1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연결 요소의 개수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#11724)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1828AC-E3CB-AD84-C7A3-AAFA8FF19790}"/>
                </a:ext>
              </a:extLst>
            </p:cNvPr>
            <p:cNvSpPr txBox="1"/>
            <p:nvPr/>
          </p:nvSpPr>
          <p:spPr>
            <a:xfrm>
              <a:off x="1091378" y="2227006"/>
              <a:ext cx="3750782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연결 요소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(Connected Component)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에 대해 알아 봅시다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F9E4989-29B9-D37A-4FD3-8C5B48364D38}"/>
              </a:ext>
            </a:extLst>
          </p:cNvPr>
          <p:cNvGrpSpPr/>
          <p:nvPr/>
        </p:nvGrpSpPr>
        <p:grpSpPr>
          <a:xfrm>
            <a:off x="6886356" y="4305905"/>
            <a:ext cx="4407057" cy="790584"/>
            <a:chOff x="833537" y="1761511"/>
            <a:chExt cx="4407057" cy="7905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8852695-3CDE-7D21-7326-9F34DC4F2BD6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EBE2ECCD-FE9A-D9C9-3FE6-C55EEB9AFF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2ED26E-C25B-6B68-9A1E-ACFE6E363D72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단지번호붙이기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#2667)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10EAAB-7F68-531A-8019-10BF40DFD6A1}"/>
                </a:ext>
              </a:extLst>
            </p:cNvPr>
            <p:cNvSpPr txBox="1"/>
            <p:nvPr/>
          </p:nvSpPr>
          <p:spPr>
            <a:xfrm>
              <a:off x="1091378" y="2227006"/>
              <a:ext cx="3186577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배열에서의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DFS +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연결 요소의 크기 구하기 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0816266-DCD5-8A4C-A62A-45E0E84BBA7F}"/>
              </a:ext>
            </a:extLst>
          </p:cNvPr>
          <p:cNvGrpSpPr/>
          <p:nvPr/>
        </p:nvGrpSpPr>
        <p:grpSpPr>
          <a:xfrm>
            <a:off x="833537" y="1726901"/>
            <a:ext cx="4407057" cy="790584"/>
            <a:chOff x="833537" y="1761511"/>
            <a:chExt cx="4407057" cy="79058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D5D57EA-215C-9B08-1744-B17B4A98963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5" name="그래픽 24">
                <a:extLst>
                  <a:ext uri="{FF2B5EF4-FFF2-40B4-BE49-F238E27FC236}">
                    <a16:creationId xmlns:a16="http://schemas.microsoft.com/office/drawing/2014/main" id="{5ABFB785-0693-76F8-5F2F-96C60DB27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78B6DF-292F-62DF-3714-F9A4617FAEBB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촌수계산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#2644)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C55F67-6F0F-618D-4DD9-B0592E3B20E8}"/>
                </a:ext>
              </a:extLst>
            </p:cNvPr>
            <p:cNvSpPr txBox="1"/>
            <p:nvPr/>
          </p:nvSpPr>
          <p:spPr>
            <a:xfrm>
              <a:off x="1091378" y="2227006"/>
              <a:ext cx="3470893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DFS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를 이용하여 두 정점 사이의 거리를 구해봐요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!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9B881D0-0D3E-2900-7089-66A29F56E436}"/>
              </a:ext>
            </a:extLst>
          </p:cNvPr>
          <p:cNvGrpSpPr/>
          <p:nvPr/>
        </p:nvGrpSpPr>
        <p:grpSpPr>
          <a:xfrm>
            <a:off x="6886356" y="1726901"/>
            <a:ext cx="4407057" cy="790584"/>
            <a:chOff x="833537" y="1761511"/>
            <a:chExt cx="4407057" cy="79058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A561F1D2-699D-8BE1-AFD5-8C50D93384C8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0" name="그래픽 29">
                <a:extLst>
                  <a:ext uri="{FF2B5EF4-FFF2-40B4-BE49-F238E27FC236}">
                    <a16:creationId xmlns:a16="http://schemas.microsoft.com/office/drawing/2014/main" id="{E5C0FA43-F596-3BCE-ADAB-B48F7FF51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3AADE3-E9AE-DDC3-A52E-CA0DA4DE8075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알고리즘 수업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– 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깊이 우선 탐색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1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#24479)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22A60C-EB8A-18B8-34D1-DA1240F9DEFD}"/>
                </a:ext>
              </a:extLst>
            </p:cNvPr>
            <p:cNvSpPr txBox="1"/>
            <p:nvPr/>
          </p:nvSpPr>
          <p:spPr>
            <a:xfrm>
              <a:off x="1091378" y="2227006"/>
              <a:ext cx="3176849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DFS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를 사용하면 어떤 순서로 정점을 탐색할까요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4593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8398-9F55-689D-5D57-6189257A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7570021-F01C-E351-EB68-2AF349AD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E60953-C527-D044-4F8C-AF77D131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450A9F0-DCA9-DD21-79D4-A592EB54DBCF}"/>
              </a:ext>
            </a:extLst>
          </p:cNvPr>
          <p:cNvGrpSpPr/>
          <p:nvPr/>
        </p:nvGrpSpPr>
        <p:grpSpPr>
          <a:xfrm>
            <a:off x="722811" y="577310"/>
            <a:ext cx="2108389" cy="533821"/>
            <a:chOff x="1271451" y="2719618"/>
            <a:chExt cx="210838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2B1C67-E2B4-FBEA-D9A1-DAEB91F1B45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9CCCE5-ED6A-95DC-24BA-26CF5495A5C0}"/>
                </a:ext>
              </a:extLst>
            </p:cNvPr>
            <p:cNvSpPr txBox="1"/>
            <p:nvPr/>
          </p:nvSpPr>
          <p:spPr>
            <a:xfrm>
              <a:off x="1382177" y="2853329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 도전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B9D7594-8F3B-462F-8AE3-2F3EBD2A73D6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30B215B-F33C-9BC0-E933-648432C9258B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580A7513-C86E-2D03-DD74-C4ADE3458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E5C16C-1305-0039-FD64-6715712B3609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트리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#1068)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A6596F-ECB3-1D6E-63CB-8ADF54EDFCE7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트리는 특수한 형태의 그래프입니다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F745027-DDAC-D669-34FB-95412A11BDC4}"/>
              </a:ext>
            </a:extLst>
          </p:cNvPr>
          <p:cNvGrpSpPr/>
          <p:nvPr/>
        </p:nvGrpSpPr>
        <p:grpSpPr>
          <a:xfrm>
            <a:off x="6886356" y="3033708"/>
            <a:ext cx="4407057" cy="790584"/>
            <a:chOff x="833537" y="1761511"/>
            <a:chExt cx="4407057" cy="7905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79AAE334-4E77-F150-BF2A-07216363B1EF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C9D2F1D1-496A-D906-6F28-D340919E6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39" cy="330035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F39B09-C585-485D-C253-C7D84F573743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알파벳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#1987)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6DC950B-6AD7-AC7C-D8C6-914EC1921A77}"/>
                </a:ext>
              </a:extLst>
            </p:cNvPr>
            <p:cNvSpPr txBox="1"/>
            <p:nvPr/>
          </p:nvSpPr>
          <p:spPr>
            <a:xfrm>
              <a:off x="1091378" y="2227006"/>
              <a:ext cx="3186577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나중에 다시 풀어보면 더 좋은 문제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F107041-C3C0-3D2D-58A5-9A542C478D44}"/>
              </a:ext>
            </a:extLst>
          </p:cNvPr>
          <p:cNvGrpSpPr/>
          <p:nvPr/>
        </p:nvGrpSpPr>
        <p:grpSpPr>
          <a:xfrm>
            <a:off x="6886356" y="1695273"/>
            <a:ext cx="4407057" cy="856822"/>
            <a:chOff x="833537" y="1761511"/>
            <a:chExt cx="4407057" cy="856822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DCA23A6-135E-854F-E9B0-82711D0332F7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E756EAC4-3585-D722-DAE1-CC3E805DC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39" cy="330035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5D68B00-C83A-7803-5432-E2B4C29A7D70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적록색약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#10026)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B5F22AB-D230-6B70-6DDB-2B91CD034C20}"/>
                </a:ext>
              </a:extLst>
            </p:cNvPr>
            <p:cNvSpPr txBox="1"/>
            <p:nvPr/>
          </p:nvSpPr>
          <p:spPr>
            <a:xfrm>
              <a:off x="1091377" y="2293244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조건이 조금 많은 그래프 탐색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1B992838-EEAF-9DCD-0FF9-7CA651FA0130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AD5F86F-1A16-AE9C-BF8A-0BDB97E0BD4D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BFE3548D-BC08-D1A5-389E-07442BBB6C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A07ECC-B7FA-7D45-A952-9A6F1DE14348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이웃 마을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(BOJ #34846)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444985-1EA6-7CFC-5DA9-D93E8EBBA308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2025 HCPC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Beginner Div. B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번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583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DADD5D3-D80A-B325-031A-24B03E6F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49" y="859251"/>
            <a:ext cx="5164301" cy="5139497"/>
          </a:xfrm>
          <a:prstGeom prst="rect">
            <a:avLst/>
          </a:prstGeom>
        </p:spPr>
      </p:pic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EB4CC88C-A23F-C22E-F092-68A9A8DEA023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</p:spTree>
    <p:extLst>
      <p:ext uri="{BB962C8B-B14F-4D97-AF65-F5344CB8AC3E}">
        <p14:creationId xmlns:p14="http://schemas.microsoft.com/office/powerpoint/2010/main" val="2258968274"/>
      </p:ext>
    </p:extLst>
  </p:cSld>
  <p:clrMapOvr>
    <a:masterClrMapping/>
  </p:clrMapOvr>
</p:sld>
</file>

<file path=ppt/theme/theme1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1839</Words>
  <Application>Microsoft Office PowerPoint</Application>
  <PresentationFormat>와이드스크린</PresentationFormat>
  <Paragraphs>466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마루 부리OTF 아주가는</vt:lpstr>
      <vt:lpstr>Consolas</vt:lpstr>
      <vt:lpstr>맑은 고딕</vt:lpstr>
      <vt:lpstr>Arial</vt:lpstr>
      <vt:lpstr>마루 부리OTF 굵은</vt:lpstr>
      <vt:lpstr>마루 부리OTF 가는</vt:lpstr>
      <vt:lpstr>마루 부리OTF 중간</vt:lpstr>
      <vt:lpstr>Hack</vt:lpstr>
      <vt:lpstr>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최철민</dc:creator>
  <cp:lastModifiedBy>김태우</cp:lastModifiedBy>
  <cp:revision>77</cp:revision>
  <dcterms:created xsi:type="dcterms:W3CDTF">2023-01-29T15:02:12Z</dcterms:created>
  <dcterms:modified xsi:type="dcterms:W3CDTF">2026-04-05T16:25:50Z</dcterms:modified>
</cp:coreProperties>
</file>